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4" r:id="rId2"/>
    <p:sldId id="265" r:id="rId3"/>
    <p:sldId id="266" r:id="rId4"/>
    <p:sldId id="258" r:id="rId5"/>
    <p:sldId id="269" r:id="rId6"/>
    <p:sldId id="274" r:id="rId7"/>
    <p:sldId id="263" r:id="rId8"/>
    <p:sldId id="272" r:id="rId9"/>
    <p:sldId id="268" r:id="rId10"/>
    <p:sldId id="273" r:id="rId11"/>
    <p:sldId id="267" r:id="rId12"/>
  </p:sldIdLst>
  <p:sldSz cx="18288000" cy="10287000"/>
  <p:notesSz cx="6858000" cy="9144000"/>
  <p:embeddedFontLst>
    <p:embeddedFont>
      <p:font typeface="Plantagenet Cherokee" panose="02020602070100000000" pitchFamily="18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5A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186EFE-753F-45D2-A2F4-573B7AA5B53F}" v="12" dt="2025-04-28T23:04:31.723"/>
    <p1510:client id="{B558625C-9293-4F62-A8DE-765B7BA08611}" v="94" dt="2025-04-28T21:28:55.2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260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i Roy" userId="7695182b-f918-4939-a22c-ea4fc4f2d8ac" providerId="ADAL" clId="{23186EFE-753F-45D2-A2F4-573B7AA5B53F}"/>
    <pc:docChg chg="undo redo custSel addSld delSld modSld sldOrd">
      <pc:chgData name="Jui Roy" userId="7695182b-f918-4939-a22c-ea4fc4f2d8ac" providerId="ADAL" clId="{23186EFE-753F-45D2-A2F4-573B7AA5B53F}" dt="2025-04-29T04:26:34.844" v="100" actId="20577"/>
      <pc:docMkLst>
        <pc:docMk/>
      </pc:docMkLst>
      <pc:sldChg chg="modSp mod">
        <pc:chgData name="Jui Roy" userId="7695182b-f918-4939-a22c-ea4fc4f2d8ac" providerId="ADAL" clId="{23186EFE-753F-45D2-A2F4-573B7AA5B53F}" dt="2025-04-28T22:28:31.169" v="5" actId="20577"/>
        <pc:sldMkLst>
          <pc:docMk/>
          <pc:sldMk cId="0" sldId="258"/>
        </pc:sldMkLst>
        <pc:spChg chg="mod">
          <ac:chgData name="Jui Roy" userId="7695182b-f918-4939-a22c-ea4fc4f2d8ac" providerId="ADAL" clId="{23186EFE-753F-45D2-A2F4-573B7AA5B53F}" dt="2025-04-28T22:28:31.169" v="5" actId="20577"/>
          <ac:spMkLst>
            <pc:docMk/>
            <pc:sldMk cId="0" sldId="258"/>
            <ac:spMk id="9" creationId="{8F30486B-83A2-20A5-55EA-DC29DDF274F3}"/>
          </ac:spMkLst>
        </pc:spChg>
      </pc:sldChg>
      <pc:sldChg chg="addSp modSp mod">
        <pc:chgData name="Jui Roy" userId="7695182b-f918-4939-a22c-ea4fc4f2d8ac" providerId="ADAL" clId="{23186EFE-753F-45D2-A2F4-573B7AA5B53F}" dt="2025-04-28T22:41:09.298" v="30" actId="1076"/>
        <pc:sldMkLst>
          <pc:docMk/>
          <pc:sldMk cId="0" sldId="263"/>
        </pc:sldMkLst>
        <pc:spChg chg="add mod">
          <ac:chgData name="Jui Roy" userId="7695182b-f918-4939-a22c-ea4fc4f2d8ac" providerId="ADAL" clId="{23186EFE-753F-45D2-A2F4-573B7AA5B53F}" dt="2025-04-28T22:39:33.781" v="19" actId="1076"/>
          <ac:spMkLst>
            <pc:docMk/>
            <pc:sldMk cId="0" sldId="263"/>
            <ac:spMk id="4" creationId="{4D361E2C-1713-5BEE-860D-D1FBFB98CCD4}"/>
          </ac:spMkLst>
        </pc:spChg>
        <pc:spChg chg="add mod">
          <ac:chgData name="Jui Roy" userId="7695182b-f918-4939-a22c-ea4fc4f2d8ac" providerId="ADAL" clId="{23186EFE-753F-45D2-A2F4-573B7AA5B53F}" dt="2025-04-28T22:40:06.338" v="23" actId="1076"/>
          <ac:spMkLst>
            <pc:docMk/>
            <pc:sldMk cId="0" sldId="263"/>
            <ac:spMk id="6" creationId="{A481E7E0-34CA-F88D-346F-440FC6A6D1F8}"/>
          </ac:spMkLst>
        </pc:spChg>
        <pc:spChg chg="add mod">
          <ac:chgData name="Jui Roy" userId="7695182b-f918-4939-a22c-ea4fc4f2d8ac" providerId="ADAL" clId="{23186EFE-753F-45D2-A2F4-573B7AA5B53F}" dt="2025-04-28T22:40:42.024" v="27" actId="14100"/>
          <ac:spMkLst>
            <pc:docMk/>
            <pc:sldMk cId="0" sldId="263"/>
            <ac:spMk id="10" creationId="{C5391A80-F100-A6EA-C075-154E12B10D48}"/>
          </ac:spMkLst>
        </pc:spChg>
        <pc:spChg chg="add mod">
          <ac:chgData name="Jui Roy" userId="7695182b-f918-4939-a22c-ea4fc4f2d8ac" providerId="ADAL" clId="{23186EFE-753F-45D2-A2F4-573B7AA5B53F}" dt="2025-04-28T22:41:09.298" v="30" actId="1076"/>
          <ac:spMkLst>
            <pc:docMk/>
            <pc:sldMk cId="0" sldId="263"/>
            <ac:spMk id="12" creationId="{B8FC0491-66C1-96C3-C943-E563E26F7BB2}"/>
          </ac:spMkLst>
        </pc:spChg>
      </pc:sldChg>
      <pc:sldChg chg="delSp modSp mod">
        <pc:chgData name="Jui Roy" userId="7695182b-f918-4939-a22c-ea4fc4f2d8ac" providerId="ADAL" clId="{23186EFE-753F-45D2-A2F4-573B7AA5B53F}" dt="2025-04-28T23:00:55.462" v="62"/>
        <pc:sldMkLst>
          <pc:docMk/>
          <pc:sldMk cId="1919330805" sldId="269"/>
        </pc:sldMkLst>
        <pc:spChg chg="mod">
          <ac:chgData name="Jui Roy" userId="7695182b-f918-4939-a22c-ea4fc4f2d8ac" providerId="ADAL" clId="{23186EFE-753F-45D2-A2F4-573B7AA5B53F}" dt="2025-04-28T23:00:55.462" v="62"/>
          <ac:spMkLst>
            <pc:docMk/>
            <pc:sldMk cId="1919330805" sldId="269"/>
            <ac:spMk id="5" creationId="{0536D0A3-B292-7FB3-7CA2-1F4029698382}"/>
          </ac:spMkLst>
        </pc:spChg>
        <pc:picChg chg="del mod">
          <ac:chgData name="Jui Roy" userId="7695182b-f918-4939-a22c-ea4fc4f2d8ac" providerId="ADAL" clId="{23186EFE-753F-45D2-A2F4-573B7AA5B53F}" dt="2025-04-28T22:52:29.997" v="32" actId="478"/>
          <ac:picMkLst>
            <pc:docMk/>
            <pc:sldMk cId="1919330805" sldId="269"/>
            <ac:picMk id="1026" creationId="{3F3847F2-15C0-73EA-6540-C3FFE7192A2F}"/>
          </ac:picMkLst>
        </pc:picChg>
        <pc:picChg chg="mod">
          <ac:chgData name="Jui Roy" userId="7695182b-f918-4939-a22c-ea4fc4f2d8ac" providerId="ADAL" clId="{23186EFE-753F-45D2-A2F4-573B7AA5B53F}" dt="2025-04-28T22:52:45.725" v="36" actId="14100"/>
          <ac:picMkLst>
            <pc:docMk/>
            <pc:sldMk cId="1919330805" sldId="269"/>
            <ac:picMk id="2050" creationId="{8EFA56C8-EB11-FED2-2208-ADDD78DB5373}"/>
          </ac:picMkLst>
        </pc:picChg>
      </pc:sldChg>
      <pc:sldChg chg="modSp mod ord">
        <pc:chgData name="Jui Roy" userId="7695182b-f918-4939-a22c-ea4fc4f2d8ac" providerId="ADAL" clId="{23186EFE-753F-45D2-A2F4-573B7AA5B53F}" dt="2025-04-29T04:26:34.844" v="100" actId="20577"/>
        <pc:sldMkLst>
          <pc:docMk/>
          <pc:sldMk cId="906658031" sldId="273"/>
        </pc:sldMkLst>
        <pc:spChg chg="mod">
          <ac:chgData name="Jui Roy" userId="7695182b-f918-4939-a22c-ea4fc4f2d8ac" providerId="ADAL" clId="{23186EFE-753F-45D2-A2F4-573B7AA5B53F}" dt="2025-04-29T04:26:34.844" v="100" actId="20577"/>
          <ac:spMkLst>
            <pc:docMk/>
            <pc:sldMk cId="906658031" sldId="273"/>
            <ac:spMk id="5" creationId="{A30E5A03-CE36-EC83-5B7F-C986E458364D}"/>
          </ac:spMkLst>
        </pc:spChg>
      </pc:sldChg>
      <pc:sldChg chg="delSp modSp add">
        <pc:chgData name="Jui Roy" userId="7695182b-f918-4939-a22c-ea4fc4f2d8ac" providerId="ADAL" clId="{23186EFE-753F-45D2-A2F4-573B7AA5B53F}" dt="2025-04-28T22:53:26.752" v="40" actId="1076"/>
        <pc:sldMkLst>
          <pc:docMk/>
          <pc:sldMk cId="2271599505" sldId="274"/>
        </pc:sldMkLst>
        <pc:picChg chg="mod">
          <ac:chgData name="Jui Roy" userId="7695182b-f918-4939-a22c-ea4fc4f2d8ac" providerId="ADAL" clId="{23186EFE-753F-45D2-A2F4-573B7AA5B53F}" dt="2025-04-28T22:53:26.752" v="40" actId="1076"/>
          <ac:picMkLst>
            <pc:docMk/>
            <pc:sldMk cId="2271599505" sldId="274"/>
            <ac:picMk id="1026" creationId="{3F3847F2-15C0-73EA-6540-C3FFE7192A2F}"/>
          </ac:picMkLst>
        </pc:picChg>
        <pc:picChg chg="del">
          <ac:chgData name="Jui Roy" userId="7695182b-f918-4939-a22c-ea4fc4f2d8ac" providerId="ADAL" clId="{23186EFE-753F-45D2-A2F4-573B7AA5B53F}" dt="2025-04-28T22:53:06.344" v="37" actId="478"/>
          <ac:picMkLst>
            <pc:docMk/>
            <pc:sldMk cId="2271599505" sldId="274"/>
            <ac:picMk id="2050" creationId="{8EFA56C8-EB11-FED2-2208-ADDD78DB5373}"/>
          </ac:picMkLst>
        </pc:picChg>
      </pc:sldChg>
      <pc:sldChg chg="add del">
        <pc:chgData name="Jui Roy" userId="7695182b-f918-4939-a22c-ea4fc4f2d8ac" providerId="ADAL" clId="{23186EFE-753F-45D2-A2F4-573B7AA5B53F}" dt="2025-04-28T23:04:42.252" v="64" actId="2696"/>
        <pc:sldMkLst>
          <pc:docMk/>
          <pc:sldMk cId="1290476168" sldId="275"/>
        </pc:sldMkLst>
      </pc:sldChg>
    </pc:docChg>
  </pc:docChgLst>
  <pc:docChgLst>
    <pc:chgData name="Jui Roy" userId="7695182b-f918-4939-a22c-ea4fc4f2d8ac" providerId="ADAL" clId="{B558625C-9293-4F62-A8DE-765B7BA08611}"/>
    <pc:docChg chg="undo custSel addSld delSld modSld">
      <pc:chgData name="Jui Roy" userId="7695182b-f918-4939-a22c-ea4fc4f2d8ac" providerId="ADAL" clId="{B558625C-9293-4F62-A8DE-765B7BA08611}" dt="2025-04-28T21:35:58.366" v="962" actId="2696"/>
      <pc:docMkLst>
        <pc:docMk/>
      </pc:docMkLst>
      <pc:sldChg chg="modSp mod">
        <pc:chgData name="Jui Roy" userId="7695182b-f918-4939-a22c-ea4fc4f2d8ac" providerId="ADAL" clId="{B558625C-9293-4F62-A8DE-765B7BA08611}" dt="2025-04-28T21:05:25.983" v="540" actId="20577"/>
        <pc:sldMkLst>
          <pc:docMk/>
          <pc:sldMk cId="0" sldId="258"/>
        </pc:sldMkLst>
        <pc:spChg chg="mod">
          <ac:chgData name="Jui Roy" userId="7695182b-f918-4939-a22c-ea4fc4f2d8ac" providerId="ADAL" clId="{B558625C-9293-4F62-A8DE-765B7BA08611}" dt="2025-04-28T20:47:56.980" v="377" actId="1076"/>
          <ac:spMkLst>
            <pc:docMk/>
            <pc:sldMk cId="0" sldId="258"/>
            <ac:spMk id="8" creationId="{5E6D36F1-2DAB-FA05-CF75-907E059806BB}"/>
          </ac:spMkLst>
        </pc:spChg>
        <pc:spChg chg="mod">
          <ac:chgData name="Jui Roy" userId="7695182b-f918-4939-a22c-ea4fc4f2d8ac" providerId="ADAL" clId="{B558625C-9293-4F62-A8DE-765B7BA08611}" dt="2025-04-28T21:05:25.983" v="540" actId="20577"/>
          <ac:spMkLst>
            <pc:docMk/>
            <pc:sldMk cId="0" sldId="258"/>
            <ac:spMk id="9" creationId="{8F30486B-83A2-20A5-55EA-DC29DDF274F3}"/>
          </ac:spMkLst>
        </pc:spChg>
      </pc:sldChg>
      <pc:sldChg chg="addSp delSp modSp mod">
        <pc:chgData name="Jui Roy" userId="7695182b-f918-4939-a22c-ea4fc4f2d8ac" providerId="ADAL" clId="{B558625C-9293-4F62-A8DE-765B7BA08611}" dt="2025-04-28T20:51:09.372" v="409" actId="14100"/>
        <pc:sldMkLst>
          <pc:docMk/>
          <pc:sldMk cId="0" sldId="263"/>
        </pc:sldMkLst>
        <pc:spChg chg="mod">
          <ac:chgData name="Jui Roy" userId="7695182b-f918-4939-a22c-ea4fc4f2d8ac" providerId="ADAL" clId="{B558625C-9293-4F62-A8DE-765B7BA08611}" dt="2025-04-28T20:51:03.788" v="408" actId="14100"/>
          <ac:spMkLst>
            <pc:docMk/>
            <pc:sldMk cId="0" sldId="263"/>
            <ac:spMk id="2" creationId="{559F6A01-B994-7EE5-C6C2-CD2297C2DB62}"/>
          </ac:spMkLst>
        </pc:spChg>
        <pc:spChg chg="del">
          <ac:chgData name="Jui Roy" userId="7695182b-f918-4939-a22c-ea4fc4f2d8ac" providerId="ADAL" clId="{B558625C-9293-4F62-A8DE-765B7BA08611}" dt="2025-04-28T20:09:59.973" v="6" actId="478"/>
          <ac:spMkLst>
            <pc:docMk/>
            <pc:sldMk cId="0" sldId="263"/>
            <ac:spMk id="3" creationId="{229792FF-DDBC-3712-544E-83E0673977B1}"/>
          </ac:spMkLst>
        </pc:spChg>
        <pc:spChg chg="mod">
          <ac:chgData name="Jui Roy" userId="7695182b-f918-4939-a22c-ea4fc4f2d8ac" providerId="ADAL" clId="{B558625C-9293-4F62-A8DE-765B7BA08611}" dt="2025-04-28T20:50:09.571" v="401" actId="1076"/>
          <ac:spMkLst>
            <pc:docMk/>
            <pc:sldMk cId="0" sldId="263"/>
            <ac:spMk id="7" creationId="{32280266-0A0F-8FF6-0D54-7A7543C278B2}"/>
          </ac:spMkLst>
        </pc:spChg>
        <pc:spChg chg="mod">
          <ac:chgData name="Jui Roy" userId="7695182b-f918-4939-a22c-ea4fc4f2d8ac" providerId="ADAL" clId="{B558625C-9293-4F62-A8DE-765B7BA08611}" dt="2025-04-28T20:51:09.372" v="409" actId="14100"/>
          <ac:spMkLst>
            <pc:docMk/>
            <pc:sldMk cId="0" sldId="263"/>
            <ac:spMk id="8" creationId="{EDAB5D73-A30C-F149-5380-79D346F9BA52}"/>
          </ac:spMkLst>
        </pc:spChg>
        <pc:picChg chg="add mod">
          <ac:chgData name="Jui Roy" userId="7695182b-f918-4939-a22c-ea4fc4f2d8ac" providerId="ADAL" clId="{B558625C-9293-4F62-A8DE-765B7BA08611}" dt="2025-04-28T20:50:50.434" v="405" actId="1076"/>
          <ac:picMkLst>
            <pc:docMk/>
            <pc:sldMk cId="0" sldId="263"/>
            <ac:picMk id="1026" creationId="{37916B5F-6DAC-37D7-698C-8C8292B38EDC}"/>
          </ac:picMkLst>
        </pc:picChg>
        <pc:picChg chg="add mod">
          <ac:chgData name="Jui Roy" userId="7695182b-f918-4939-a22c-ea4fc4f2d8ac" providerId="ADAL" clId="{B558625C-9293-4F62-A8DE-765B7BA08611}" dt="2025-04-28T20:50:43.362" v="404" actId="1076"/>
          <ac:picMkLst>
            <pc:docMk/>
            <pc:sldMk cId="0" sldId="263"/>
            <ac:picMk id="1028" creationId="{6B24B8A4-FADD-FC3A-B295-B1CE8D2EB72B}"/>
          </ac:picMkLst>
        </pc:picChg>
        <pc:picChg chg="add del mod">
          <ac:chgData name="Jui Roy" userId="7695182b-f918-4939-a22c-ea4fc4f2d8ac" providerId="ADAL" clId="{B558625C-9293-4F62-A8DE-765B7BA08611}" dt="2025-04-28T20:10:42.060" v="16" actId="478"/>
          <ac:picMkLst>
            <pc:docMk/>
            <pc:sldMk cId="0" sldId="263"/>
            <ac:picMk id="1030" creationId="{1647CBD6-8F1C-302C-3336-76B3B0BD45B0}"/>
          </ac:picMkLst>
        </pc:picChg>
        <pc:picChg chg="add del mod">
          <ac:chgData name="Jui Roy" userId="7695182b-f918-4939-a22c-ea4fc4f2d8ac" providerId="ADAL" clId="{B558625C-9293-4F62-A8DE-765B7BA08611}" dt="2025-04-28T20:10:42.060" v="16" actId="478"/>
          <ac:picMkLst>
            <pc:docMk/>
            <pc:sldMk cId="0" sldId="263"/>
            <ac:picMk id="1032" creationId="{DEC1D273-7E3D-4E0E-E5F9-676658069749}"/>
          </ac:picMkLst>
        </pc:picChg>
        <pc:picChg chg="add mod">
          <ac:chgData name="Jui Roy" userId="7695182b-f918-4939-a22c-ea4fc4f2d8ac" providerId="ADAL" clId="{B558625C-9293-4F62-A8DE-765B7BA08611}" dt="2025-04-28T20:50:55.594" v="406" actId="1076"/>
          <ac:picMkLst>
            <pc:docMk/>
            <pc:sldMk cId="0" sldId="263"/>
            <ac:picMk id="1034" creationId="{39543E7E-8FE1-B58E-4159-C2E83771EC2B}"/>
          </ac:picMkLst>
        </pc:picChg>
        <pc:picChg chg="add mod">
          <ac:chgData name="Jui Roy" userId="7695182b-f918-4939-a22c-ea4fc4f2d8ac" providerId="ADAL" clId="{B558625C-9293-4F62-A8DE-765B7BA08611}" dt="2025-04-28T20:50:59.290" v="407" actId="1076"/>
          <ac:picMkLst>
            <pc:docMk/>
            <pc:sldMk cId="0" sldId="263"/>
            <ac:picMk id="1036" creationId="{99B4F778-0E56-24E2-F599-5C549A5B2B9B}"/>
          </ac:picMkLst>
        </pc:picChg>
      </pc:sldChg>
      <pc:sldChg chg="modSp mod">
        <pc:chgData name="Jui Roy" userId="7695182b-f918-4939-a22c-ea4fc4f2d8ac" providerId="ADAL" clId="{B558625C-9293-4F62-A8DE-765B7BA08611}" dt="2025-04-28T20:46:03.275" v="363" actId="1076"/>
        <pc:sldMkLst>
          <pc:docMk/>
          <pc:sldMk cId="3856414308" sldId="265"/>
        </pc:sldMkLst>
        <pc:spChg chg="mod">
          <ac:chgData name="Jui Roy" userId="7695182b-f918-4939-a22c-ea4fc4f2d8ac" providerId="ADAL" clId="{B558625C-9293-4F62-A8DE-765B7BA08611}" dt="2025-04-28T20:46:03.275" v="363" actId="1076"/>
          <ac:spMkLst>
            <pc:docMk/>
            <pc:sldMk cId="3856414308" sldId="265"/>
            <ac:spMk id="4" creationId="{B279B74F-52E0-F157-CA77-78E3963FD0E8}"/>
          </ac:spMkLst>
        </pc:spChg>
        <pc:spChg chg="mod">
          <ac:chgData name="Jui Roy" userId="7695182b-f918-4939-a22c-ea4fc4f2d8ac" providerId="ADAL" clId="{B558625C-9293-4F62-A8DE-765B7BA08611}" dt="2025-04-28T20:42:59.398" v="263" actId="108"/>
          <ac:spMkLst>
            <pc:docMk/>
            <pc:sldMk cId="3856414308" sldId="265"/>
            <ac:spMk id="9" creationId="{6723BF4F-8651-47E7-517C-26B3985D8568}"/>
          </ac:spMkLst>
        </pc:spChg>
        <pc:spChg chg="mod">
          <ac:chgData name="Jui Roy" userId="7695182b-f918-4939-a22c-ea4fc4f2d8ac" providerId="ADAL" clId="{B558625C-9293-4F62-A8DE-765B7BA08611}" dt="2025-04-28T20:45:57.931" v="362" actId="1076"/>
          <ac:spMkLst>
            <pc:docMk/>
            <pc:sldMk cId="3856414308" sldId="265"/>
            <ac:spMk id="10" creationId="{5011E673-E109-85CA-0C22-D0241EE627B0}"/>
          </ac:spMkLst>
        </pc:spChg>
      </pc:sldChg>
      <pc:sldChg chg="modSp mod">
        <pc:chgData name="Jui Roy" userId="7695182b-f918-4939-a22c-ea4fc4f2d8ac" providerId="ADAL" clId="{B558625C-9293-4F62-A8DE-765B7BA08611}" dt="2025-04-28T20:47:18.345" v="372" actId="255"/>
        <pc:sldMkLst>
          <pc:docMk/>
          <pc:sldMk cId="3844836721" sldId="266"/>
        </pc:sldMkLst>
        <pc:spChg chg="mod">
          <ac:chgData name="Jui Roy" userId="7695182b-f918-4939-a22c-ea4fc4f2d8ac" providerId="ADAL" clId="{B558625C-9293-4F62-A8DE-765B7BA08611}" dt="2025-04-28T20:46:39.471" v="367" actId="207"/>
          <ac:spMkLst>
            <pc:docMk/>
            <pc:sldMk cId="3844836721" sldId="266"/>
            <ac:spMk id="2" creationId="{97E89AE2-75A6-AC54-9263-AF366CD8A6E2}"/>
          </ac:spMkLst>
        </pc:spChg>
        <pc:spChg chg="mod">
          <ac:chgData name="Jui Roy" userId="7695182b-f918-4939-a22c-ea4fc4f2d8ac" providerId="ADAL" clId="{B558625C-9293-4F62-A8DE-765B7BA08611}" dt="2025-04-28T20:47:18.345" v="372" actId="255"/>
          <ac:spMkLst>
            <pc:docMk/>
            <pc:sldMk cId="3844836721" sldId="266"/>
            <ac:spMk id="4" creationId="{B5E8B103-95B0-555C-FEA3-DFA1239C5B59}"/>
          </ac:spMkLst>
        </pc:spChg>
      </pc:sldChg>
      <pc:sldChg chg="addSp modSp mod">
        <pc:chgData name="Jui Roy" userId="7695182b-f918-4939-a22c-ea4fc4f2d8ac" providerId="ADAL" clId="{B558625C-9293-4F62-A8DE-765B7BA08611}" dt="2025-04-28T20:57:22.198" v="476" actId="108"/>
        <pc:sldMkLst>
          <pc:docMk/>
          <pc:sldMk cId="3366865037" sldId="268"/>
        </pc:sldMkLst>
        <pc:spChg chg="mod">
          <ac:chgData name="Jui Roy" userId="7695182b-f918-4939-a22c-ea4fc4f2d8ac" providerId="ADAL" clId="{B558625C-9293-4F62-A8DE-765B7BA08611}" dt="2025-04-28T20:57:13.603" v="475" actId="14100"/>
          <ac:spMkLst>
            <pc:docMk/>
            <pc:sldMk cId="3366865037" sldId="268"/>
            <ac:spMk id="2" creationId="{97E89AE2-75A6-AC54-9263-AF366CD8A6E2}"/>
          </ac:spMkLst>
        </pc:spChg>
        <pc:spChg chg="mod">
          <ac:chgData name="Jui Roy" userId="7695182b-f918-4939-a22c-ea4fc4f2d8ac" providerId="ADAL" clId="{B558625C-9293-4F62-A8DE-765B7BA08611}" dt="2025-04-28T20:57:22.198" v="476" actId="108"/>
          <ac:spMkLst>
            <pc:docMk/>
            <pc:sldMk cId="3366865037" sldId="268"/>
            <ac:spMk id="6" creationId="{0A8D94BC-B40D-12D1-F314-A40860B86A69}"/>
          </ac:spMkLst>
        </pc:spChg>
        <pc:picChg chg="add mod">
          <ac:chgData name="Jui Roy" userId="7695182b-f918-4939-a22c-ea4fc4f2d8ac" providerId="ADAL" clId="{B558625C-9293-4F62-A8DE-765B7BA08611}" dt="2025-04-28T20:42:27.204" v="262" actId="1076"/>
          <ac:picMkLst>
            <pc:docMk/>
            <pc:sldMk cId="3366865037" sldId="268"/>
            <ac:picMk id="3074" creationId="{4ACA1EDA-B2E1-0F65-DE21-CBAA3C37C515}"/>
          </ac:picMkLst>
        </pc:picChg>
      </pc:sldChg>
      <pc:sldChg chg="delSp modSp mod">
        <pc:chgData name="Jui Roy" userId="7695182b-f918-4939-a22c-ea4fc4f2d8ac" providerId="ADAL" clId="{B558625C-9293-4F62-A8DE-765B7BA08611}" dt="2025-04-28T20:49:39.478" v="396" actId="14100"/>
        <pc:sldMkLst>
          <pc:docMk/>
          <pc:sldMk cId="1919330805" sldId="269"/>
        </pc:sldMkLst>
        <pc:spChg chg="mod">
          <ac:chgData name="Jui Roy" userId="7695182b-f918-4939-a22c-ea4fc4f2d8ac" providerId="ADAL" clId="{B558625C-9293-4F62-A8DE-765B7BA08611}" dt="2025-04-28T20:13:07.874" v="41" actId="14100"/>
          <ac:spMkLst>
            <pc:docMk/>
            <pc:sldMk cId="1919330805" sldId="269"/>
            <ac:spMk id="2" creationId="{559F6A01-B994-7EE5-C6C2-CD2297C2DB62}"/>
          </ac:spMkLst>
        </pc:spChg>
        <pc:spChg chg="del">
          <ac:chgData name="Jui Roy" userId="7695182b-f918-4939-a22c-ea4fc4f2d8ac" providerId="ADAL" clId="{B558625C-9293-4F62-A8DE-765B7BA08611}" dt="2025-04-28T20:12:40.503" v="32" actId="478"/>
          <ac:spMkLst>
            <pc:docMk/>
            <pc:sldMk cId="1919330805" sldId="269"/>
            <ac:spMk id="3" creationId="{229792FF-DDBC-3712-544E-83E0673977B1}"/>
          </ac:spMkLst>
        </pc:spChg>
        <pc:spChg chg="mod">
          <ac:chgData name="Jui Roy" userId="7695182b-f918-4939-a22c-ea4fc4f2d8ac" providerId="ADAL" clId="{B558625C-9293-4F62-A8DE-765B7BA08611}" dt="2025-04-28T20:49:39.478" v="396" actId="14100"/>
          <ac:spMkLst>
            <pc:docMk/>
            <pc:sldMk cId="1919330805" sldId="269"/>
            <ac:spMk id="5" creationId="{0536D0A3-B292-7FB3-7CA2-1F4029698382}"/>
          </ac:spMkLst>
        </pc:spChg>
        <pc:picChg chg="mod">
          <ac:chgData name="Jui Roy" userId="7695182b-f918-4939-a22c-ea4fc4f2d8ac" providerId="ADAL" clId="{B558625C-9293-4F62-A8DE-765B7BA08611}" dt="2025-04-28T20:12:51.185" v="35" actId="14100"/>
          <ac:picMkLst>
            <pc:docMk/>
            <pc:sldMk cId="1919330805" sldId="269"/>
            <ac:picMk id="1026" creationId="{3F3847F2-15C0-73EA-6540-C3FFE7192A2F}"/>
          </ac:picMkLst>
        </pc:picChg>
        <pc:picChg chg="mod">
          <ac:chgData name="Jui Roy" userId="7695182b-f918-4939-a22c-ea4fc4f2d8ac" providerId="ADAL" clId="{B558625C-9293-4F62-A8DE-765B7BA08611}" dt="2025-04-28T20:13:00.262" v="38" actId="14100"/>
          <ac:picMkLst>
            <pc:docMk/>
            <pc:sldMk cId="1919330805" sldId="269"/>
            <ac:picMk id="2050" creationId="{8EFA56C8-EB11-FED2-2208-ADDD78DB5373}"/>
          </ac:picMkLst>
        </pc:picChg>
      </pc:sldChg>
      <pc:sldChg chg="del">
        <pc:chgData name="Jui Roy" userId="7695182b-f918-4939-a22c-ea4fc4f2d8ac" providerId="ADAL" clId="{B558625C-9293-4F62-A8DE-765B7BA08611}" dt="2025-04-28T20:13:33.669" v="45" actId="2696"/>
        <pc:sldMkLst>
          <pc:docMk/>
          <pc:sldMk cId="394442970" sldId="270"/>
        </pc:sldMkLst>
      </pc:sldChg>
      <pc:sldChg chg="del">
        <pc:chgData name="Jui Roy" userId="7695182b-f918-4939-a22c-ea4fc4f2d8ac" providerId="ADAL" clId="{B558625C-9293-4F62-A8DE-765B7BA08611}" dt="2025-04-28T21:35:58.366" v="962" actId="2696"/>
        <pc:sldMkLst>
          <pc:docMk/>
          <pc:sldMk cId="1121583199" sldId="271"/>
        </pc:sldMkLst>
      </pc:sldChg>
      <pc:sldChg chg="addSp delSp modSp new mod">
        <pc:chgData name="Jui Roy" userId="7695182b-f918-4939-a22c-ea4fc4f2d8ac" providerId="ADAL" clId="{B558625C-9293-4F62-A8DE-765B7BA08611}" dt="2025-04-28T20:56:54.589" v="473" actId="20577"/>
        <pc:sldMkLst>
          <pc:docMk/>
          <pc:sldMk cId="768858243" sldId="272"/>
        </pc:sldMkLst>
        <pc:spChg chg="add mod">
          <ac:chgData name="Jui Roy" userId="7695182b-f918-4939-a22c-ea4fc4f2d8ac" providerId="ADAL" clId="{B558625C-9293-4F62-A8DE-765B7BA08611}" dt="2025-04-28T20:15:08.366" v="49" actId="14100"/>
          <ac:spMkLst>
            <pc:docMk/>
            <pc:sldMk cId="768858243" sldId="272"/>
            <ac:spMk id="2" creationId="{03E335C8-90C8-286A-6C90-79C5A4B28BF5}"/>
          </ac:spMkLst>
        </pc:spChg>
        <pc:spChg chg="add mod">
          <ac:chgData name="Jui Roy" userId="7695182b-f918-4939-a22c-ea4fc4f2d8ac" providerId="ADAL" clId="{B558625C-9293-4F62-A8DE-765B7BA08611}" dt="2025-04-28T20:15:09.870" v="50"/>
          <ac:spMkLst>
            <pc:docMk/>
            <pc:sldMk cId="768858243" sldId="272"/>
            <ac:spMk id="3" creationId="{6730D411-AA58-23FA-FAE3-BCAF6CA03658}"/>
          </ac:spMkLst>
        </pc:spChg>
        <pc:spChg chg="add del mod">
          <ac:chgData name="Jui Roy" userId="7695182b-f918-4939-a22c-ea4fc4f2d8ac" providerId="ADAL" clId="{B558625C-9293-4F62-A8DE-765B7BA08611}" dt="2025-04-28T20:32:59.551" v="159" actId="478"/>
          <ac:spMkLst>
            <pc:docMk/>
            <pc:sldMk cId="768858243" sldId="272"/>
            <ac:spMk id="4" creationId="{FFC222D0-3B1A-BBAD-FF2F-EC50F300BC01}"/>
          </ac:spMkLst>
        </pc:spChg>
        <pc:spChg chg="add del mod">
          <ac:chgData name="Jui Roy" userId="7695182b-f918-4939-a22c-ea4fc4f2d8ac" providerId="ADAL" clId="{B558625C-9293-4F62-A8DE-765B7BA08611}" dt="2025-04-28T20:33:01.345" v="160" actId="478"/>
          <ac:spMkLst>
            <pc:docMk/>
            <pc:sldMk cId="768858243" sldId="272"/>
            <ac:spMk id="5" creationId="{FD4850BE-C171-2D6F-9A4C-AEAB239C35E0}"/>
          </ac:spMkLst>
        </pc:spChg>
        <pc:spChg chg="add mod">
          <ac:chgData name="Jui Roy" userId="7695182b-f918-4939-a22c-ea4fc4f2d8ac" providerId="ADAL" clId="{B558625C-9293-4F62-A8DE-765B7BA08611}" dt="2025-04-28T20:51:32.842" v="411" actId="255"/>
          <ac:spMkLst>
            <pc:docMk/>
            <pc:sldMk cId="768858243" sldId="272"/>
            <ac:spMk id="6" creationId="{83AD39D4-EC15-8092-19FD-C8DE789EAD99}"/>
          </ac:spMkLst>
        </pc:spChg>
        <pc:spChg chg="add mod">
          <ac:chgData name="Jui Roy" userId="7695182b-f918-4939-a22c-ea4fc4f2d8ac" providerId="ADAL" clId="{B558625C-9293-4F62-A8DE-765B7BA08611}" dt="2025-04-28T20:51:44.842" v="414" actId="1076"/>
          <ac:spMkLst>
            <pc:docMk/>
            <pc:sldMk cId="768858243" sldId="272"/>
            <ac:spMk id="8" creationId="{D9F070F2-F379-EAC9-8F8E-B0C64CBD362D}"/>
          </ac:spMkLst>
        </pc:spChg>
        <pc:spChg chg="add mod">
          <ac:chgData name="Jui Roy" userId="7695182b-f918-4939-a22c-ea4fc4f2d8ac" providerId="ADAL" clId="{B558625C-9293-4F62-A8DE-765B7BA08611}" dt="2025-04-28T20:55:40.591" v="465" actId="113"/>
          <ac:spMkLst>
            <pc:docMk/>
            <pc:sldMk cId="768858243" sldId="272"/>
            <ac:spMk id="9" creationId="{678C671D-5658-7B03-12DF-EE7EC2CE009E}"/>
          </ac:spMkLst>
        </pc:spChg>
        <pc:spChg chg="add mod">
          <ac:chgData name="Jui Roy" userId="7695182b-f918-4939-a22c-ea4fc4f2d8ac" providerId="ADAL" clId="{B558625C-9293-4F62-A8DE-765B7BA08611}" dt="2025-04-28T20:56:54.589" v="473" actId="20577"/>
          <ac:spMkLst>
            <pc:docMk/>
            <pc:sldMk cId="768858243" sldId="272"/>
            <ac:spMk id="10" creationId="{22388EBE-62EA-5084-65D7-0EF786CA0842}"/>
          </ac:spMkLst>
        </pc:spChg>
        <pc:spChg chg="add mod">
          <ac:chgData name="Jui Roy" userId="7695182b-f918-4939-a22c-ea4fc4f2d8ac" providerId="ADAL" clId="{B558625C-9293-4F62-A8DE-765B7BA08611}" dt="2025-04-28T20:55:53.146" v="467" actId="12"/>
          <ac:spMkLst>
            <pc:docMk/>
            <pc:sldMk cId="768858243" sldId="272"/>
            <ac:spMk id="12" creationId="{ED5234BC-750C-611C-2AD5-3434F13E9143}"/>
          </ac:spMkLst>
        </pc:spChg>
        <pc:graphicFrameChg chg="add mod modGraphic">
          <ac:chgData name="Jui Roy" userId="7695182b-f918-4939-a22c-ea4fc4f2d8ac" providerId="ADAL" clId="{B558625C-9293-4F62-A8DE-765B7BA08611}" dt="2025-04-28T20:53:40.466" v="451" actId="14734"/>
          <ac:graphicFrameMkLst>
            <pc:docMk/>
            <pc:sldMk cId="768858243" sldId="272"/>
            <ac:graphicFrameMk id="11" creationId="{DA1F8BEA-E2E9-F767-06FD-6F8A31D9C438}"/>
          </ac:graphicFrameMkLst>
        </pc:graphicFrameChg>
      </pc:sldChg>
      <pc:sldChg chg="addSp delSp modSp new mod">
        <pc:chgData name="Jui Roy" userId="7695182b-f918-4939-a22c-ea4fc4f2d8ac" providerId="ADAL" clId="{B558625C-9293-4F62-A8DE-765B7BA08611}" dt="2025-04-28T21:35:51.375" v="961" actId="14100"/>
        <pc:sldMkLst>
          <pc:docMk/>
          <pc:sldMk cId="906658031" sldId="273"/>
        </pc:sldMkLst>
        <pc:spChg chg="mod">
          <ac:chgData name="Jui Roy" userId="7695182b-f918-4939-a22c-ea4fc4f2d8ac" providerId="ADAL" clId="{B558625C-9293-4F62-A8DE-765B7BA08611}" dt="2025-04-28T21:26:14.140" v="559" actId="1076"/>
          <ac:spMkLst>
            <pc:docMk/>
            <pc:sldMk cId="906658031" sldId="273"/>
            <ac:spMk id="2" creationId="{276F8115-0B7B-6F13-59C3-D58B6B29B5CD}"/>
          </ac:spMkLst>
        </pc:spChg>
        <pc:spChg chg="del mod">
          <ac:chgData name="Jui Roy" userId="7695182b-f918-4939-a22c-ea4fc4f2d8ac" providerId="ADAL" clId="{B558625C-9293-4F62-A8DE-765B7BA08611}" dt="2025-04-28T21:28:30.847" v="565" actId="478"/>
          <ac:spMkLst>
            <pc:docMk/>
            <pc:sldMk cId="906658031" sldId="273"/>
            <ac:spMk id="3" creationId="{277ACE47-4878-DC2A-E798-2B4D54CFD386}"/>
          </ac:spMkLst>
        </pc:spChg>
        <pc:spChg chg="add mod">
          <ac:chgData name="Jui Roy" userId="7695182b-f918-4939-a22c-ea4fc4f2d8ac" providerId="ADAL" clId="{B558625C-9293-4F62-A8DE-765B7BA08611}" dt="2025-04-28T21:28:49.229" v="578" actId="20577"/>
          <ac:spMkLst>
            <pc:docMk/>
            <pc:sldMk cId="906658031" sldId="273"/>
            <ac:spMk id="4" creationId="{02FC6DCA-E916-7663-F54E-95AE0985E4A7}"/>
          </ac:spMkLst>
        </pc:spChg>
        <pc:spChg chg="add mod">
          <ac:chgData name="Jui Roy" userId="7695182b-f918-4939-a22c-ea4fc4f2d8ac" providerId="ADAL" clId="{B558625C-9293-4F62-A8DE-765B7BA08611}" dt="2025-04-28T21:35:51.375" v="961" actId="14100"/>
          <ac:spMkLst>
            <pc:docMk/>
            <pc:sldMk cId="906658031" sldId="273"/>
            <ac:spMk id="5" creationId="{A30E5A03-CE36-EC83-5B7F-C986E458364D}"/>
          </ac:spMkLst>
        </pc:spChg>
      </pc:sldChg>
      <pc:sldChg chg="addSp delSp modSp new del mod">
        <pc:chgData name="Jui Roy" userId="7695182b-f918-4939-a22c-ea4fc4f2d8ac" providerId="ADAL" clId="{B558625C-9293-4F62-A8DE-765B7BA08611}" dt="2025-04-28T20:41:15.490" v="259" actId="2696"/>
        <pc:sldMkLst>
          <pc:docMk/>
          <pc:sldMk cId="3958747770" sldId="273"/>
        </pc:sldMkLst>
        <pc:spChg chg="add del mod">
          <ac:chgData name="Jui Roy" userId="7695182b-f918-4939-a22c-ea4fc4f2d8ac" providerId="ADAL" clId="{B558625C-9293-4F62-A8DE-765B7BA08611}" dt="2025-04-28T20:32:48.231" v="156"/>
          <ac:spMkLst>
            <pc:docMk/>
            <pc:sldMk cId="3958747770" sldId="273"/>
            <ac:spMk id="3" creationId="{B0E97C23-E838-931E-DB7F-E855D121341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JR- Presentation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6E1993B-4FFB-8685-4EF8-0E528EF37A74}"/>
              </a:ext>
            </a:extLst>
          </p:cNvPr>
          <p:cNvSpPr/>
          <p:nvPr userDrawn="1"/>
        </p:nvSpPr>
        <p:spPr>
          <a:xfrm>
            <a:off x="0" y="-2"/>
            <a:ext cx="18288000" cy="9254838"/>
          </a:xfrm>
          <a:prstGeom prst="rect">
            <a:avLst/>
          </a:prstGeom>
          <a:solidFill>
            <a:srgbClr val="D21B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FE70E2-FC19-0788-075D-41CE515D65A9}"/>
              </a:ext>
            </a:extLst>
          </p:cNvPr>
          <p:cNvSpPr/>
          <p:nvPr userDrawn="1"/>
        </p:nvSpPr>
        <p:spPr>
          <a:xfrm>
            <a:off x="10009912" y="-2"/>
            <a:ext cx="8278088" cy="1028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0" name="Picture 19" descr="A red and black fleur de lis&#10;&#10;Description automatically generated">
            <a:extLst>
              <a:ext uri="{FF2B5EF4-FFF2-40B4-BE49-F238E27FC236}">
                <a16:creationId xmlns:a16="http://schemas.microsoft.com/office/drawing/2014/main" id="{0DE9C02E-F626-9A1E-63F8-FF66E22F2B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269"/>
          <a:stretch/>
        </p:blipFill>
        <p:spPr>
          <a:xfrm>
            <a:off x="11142060" y="1870259"/>
            <a:ext cx="6013788" cy="5514318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B781450-B629-A8EB-59BC-E6059550A9C4}"/>
              </a:ext>
            </a:extLst>
          </p:cNvPr>
          <p:cNvCxnSpPr/>
          <p:nvPr userDrawn="1"/>
        </p:nvCxnSpPr>
        <p:spPr>
          <a:xfrm>
            <a:off x="0" y="9822873"/>
            <a:ext cx="18288000" cy="0"/>
          </a:xfrm>
          <a:prstGeom prst="line">
            <a:avLst/>
          </a:prstGeom>
          <a:ln w="38100">
            <a:solidFill>
              <a:srgbClr val="CE18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979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JR- Presentation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27179E9-0375-0B86-7B23-82096F9D351A}"/>
              </a:ext>
            </a:extLst>
          </p:cNvPr>
          <p:cNvSpPr/>
          <p:nvPr userDrawn="1"/>
        </p:nvSpPr>
        <p:spPr>
          <a:xfrm>
            <a:off x="0" y="0"/>
            <a:ext cx="18288000" cy="3338946"/>
          </a:xfrm>
          <a:prstGeom prst="rect">
            <a:avLst/>
          </a:prstGeom>
          <a:solidFill>
            <a:srgbClr val="C1C5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E1993B-4FFB-8685-4EF8-0E528EF37A74}"/>
              </a:ext>
            </a:extLst>
          </p:cNvPr>
          <p:cNvSpPr/>
          <p:nvPr userDrawn="1"/>
        </p:nvSpPr>
        <p:spPr>
          <a:xfrm>
            <a:off x="1306240" y="1402772"/>
            <a:ext cx="15675524" cy="3872349"/>
          </a:xfrm>
          <a:prstGeom prst="rect">
            <a:avLst/>
          </a:prstGeom>
          <a:solidFill>
            <a:srgbClr val="D21B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3D931BD-1BE5-1269-8160-E703202C6E43}"/>
              </a:ext>
            </a:extLst>
          </p:cNvPr>
          <p:cNvCxnSpPr>
            <a:cxnSpLocks/>
          </p:cNvCxnSpPr>
          <p:nvPr userDrawn="1"/>
        </p:nvCxnSpPr>
        <p:spPr>
          <a:xfrm flipH="1">
            <a:off x="2209800" y="9847118"/>
            <a:ext cx="16078200" cy="0"/>
          </a:xfrm>
          <a:prstGeom prst="line">
            <a:avLst/>
          </a:prstGeom>
          <a:ln>
            <a:solidFill>
              <a:srgbClr val="CE18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0FD27378-4472-EA09-9A57-CA5C0E235F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1300" y="8572500"/>
            <a:ext cx="2211134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2356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JR- Presentation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6E1993B-4FFB-8685-4EF8-0E528EF37A74}"/>
              </a:ext>
            </a:extLst>
          </p:cNvPr>
          <p:cNvSpPr/>
          <p:nvPr userDrawn="1"/>
        </p:nvSpPr>
        <p:spPr>
          <a:xfrm>
            <a:off x="852948" y="-1"/>
            <a:ext cx="5916153" cy="6527801"/>
          </a:xfrm>
          <a:prstGeom prst="rect">
            <a:avLst/>
          </a:prstGeom>
          <a:solidFill>
            <a:srgbClr val="D21B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9C2329-A750-C476-999F-28DC09D863C6}"/>
              </a:ext>
            </a:extLst>
          </p:cNvPr>
          <p:cNvSpPr/>
          <p:nvPr userDrawn="1"/>
        </p:nvSpPr>
        <p:spPr>
          <a:xfrm>
            <a:off x="852948" y="6527799"/>
            <a:ext cx="5916153" cy="37592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7179E9-0375-0B86-7B23-82096F9D351A}"/>
              </a:ext>
            </a:extLst>
          </p:cNvPr>
          <p:cNvSpPr/>
          <p:nvPr userDrawn="1"/>
        </p:nvSpPr>
        <p:spPr>
          <a:xfrm>
            <a:off x="7757652" y="0"/>
            <a:ext cx="10530348" cy="10287000"/>
          </a:xfrm>
          <a:prstGeom prst="rect">
            <a:avLst/>
          </a:prstGeom>
          <a:solidFill>
            <a:srgbClr val="C1C5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6513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JR- Presentation 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6E1993B-4FFB-8685-4EF8-0E528EF37A74}"/>
              </a:ext>
            </a:extLst>
          </p:cNvPr>
          <p:cNvSpPr/>
          <p:nvPr userDrawn="1"/>
        </p:nvSpPr>
        <p:spPr>
          <a:xfrm>
            <a:off x="0" y="-2"/>
            <a:ext cx="18288000" cy="9254838"/>
          </a:xfrm>
          <a:prstGeom prst="rect">
            <a:avLst/>
          </a:prstGeom>
          <a:solidFill>
            <a:srgbClr val="D21B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B781450-B629-A8EB-59BC-E6059550A9C4}"/>
              </a:ext>
            </a:extLst>
          </p:cNvPr>
          <p:cNvCxnSpPr/>
          <p:nvPr userDrawn="1"/>
        </p:nvCxnSpPr>
        <p:spPr>
          <a:xfrm>
            <a:off x="0" y="9822873"/>
            <a:ext cx="18288000" cy="0"/>
          </a:xfrm>
          <a:prstGeom prst="line">
            <a:avLst/>
          </a:prstGeom>
          <a:ln w="38100">
            <a:solidFill>
              <a:srgbClr val="CE18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79F3C62-BD3B-11BE-0586-C9E9F2A1ECA8}"/>
              </a:ext>
            </a:extLst>
          </p:cNvPr>
          <p:cNvSpPr txBox="1"/>
          <p:nvPr userDrawn="1"/>
        </p:nvSpPr>
        <p:spPr>
          <a:xfrm>
            <a:off x="4228330" y="4042963"/>
            <a:ext cx="983134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lantagenet Cherokee" panose="02020602070100000000" pitchFamily="18" charset="0"/>
                <a:ea typeface="+mn-ea"/>
                <a:cs typeface="+mn-cs"/>
              </a:rPr>
              <a:t>Thank You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D986BD5-831D-7B6D-9C54-1A1B411B4F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36537" y="6193175"/>
            <a:ext cx="4664864" cy="2490386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BD5A70AC-EDC7-2236-CF11-FD588254A1C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86600" y="238628"/>
            <a:ext cx="4114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309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B8263DAD-6321-5AF5-DC2E-CC2B6C9AB7C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1301"/>
          <a:stretch/>
        </p:blipFill>
        <p:spPr>
          <a:xfrm>
            <a:off x="6701300" y="1318136"/>
            <a:ext cx="3381069" cy="6942804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AFE0D6B-BD03-B423-B111-4C7B6F198F2B}"/>
              </a:ext>
            </a:extLst>
          </p:cNvPr>
          <p:cNvSpPr txBox="1"/>
          <p:nvPr userDrawn="1"/>
        </p:nvSpPr>
        <p:spPr>
          <a:xfrm>
            <a:off x="887754" y="2109756"/>
            <a:ext cx="641601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1600">
              <a:defRPr/>
            </a:pPr>
            <a:r>
              <a:rPr lang="en-US" sz="5400" b="1" dirty="0">
                <a:solidFill>
                  <a:prstClr val="white"/>
                </a:solidFill>
                <a:latin typeface="Plantagenet Cherokee" panose="02020602070100000000" pitchFamily="18" charset="0"/>
              </a:rPr>
              <a:t>MCHE 479G (ENGR 400G): </a:t>
            </a:r>
            <a:r>
              <a:rPr lang="en-US" sz="4200" b="1" dirty="0">
                <a:solidFill>
                  <a:prstClr val="white"/>
                </a:solidFill>
                <a:latin typeface="Plantagenet Cherokee" panose="02020602070100000000" pitchFamily="18" charset="0"/>
              </a:rPr>
              <a:t>Practical Applications of Machine Learning in Engineering Design</a:t>
            </a:r>
          </a:p>
        </p:txBody>
      </p:sp>
    </p:spTree>
    <p:extLst>
      <p:ext uri="{BB962C8B-B14F-4D97-AF65-F5344CB8AC3E}">
        <p14:creationId xmlns:p14="http://schemas.microsoft.com/office/powerpoint/2010/main" val="1340472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79B74F-52E0-F157-CA77-78E3963FD0E8}"/>
              </a:ext>
            </a:extLst>
          </p:cNvPr>
          <p:cNvSpPr txBox="1"/>
          <p:nvPr/>
        </p:nvSpPr>
        <p:spPr>
          <a:xfrm>
            <a:off x="1905000" y="6166622"/>
            <a:ext cx="25146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1600">
              <a:defRPr/>
            </a:pPr>
            <a:r>
              <a:rPr lang="en-US" sz="2000" b="1" dirty="0">
                <a:latin typeface="Plantagenet Cherokee" panose="02020602070100000000" pitchFamily="18" charset="0"/>
              </a:rPr>
              <a:t>Presented by</a:t>
            </a:r>
            <a:br>
              <a:rPr lang="en-US" sz="2000" b="1" dirty="0">
                <a:latin typeface="Plantagenet Cherokee" panose="02020602070100000000" pitchFamily="18" charset="0"/>
              </a:rPr>
            </a:br>
            <a:r>
              <a:rPr lang="en-US" sz="3200" b="1" dirty="0">
                <a:latin typeface="Plantagenet Cherokee" panose="02020602070100000000" pitchFamily="18" charset="0"/>
              </a:rPr>
              <a:t>Jui Roy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23BF4F-8651-47E7-517C-26B3985D8568}"/>
              </a:ext>
            </a:extLst>
          </p:cNvPr>
          <p:cNvSpPr txBox="1"/>
          <p:nvPr/>
        </p:nvSpPr>
        <p:spPr>
          <a:xfrm>
            <a:off x="2481347" y="1919777"/>
            <a:ext cx="1378190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371600">
              <a:defRPr/>
            </a:pPr>
            <a:r>
              <a:rPr lang="en-US" sz="5400" b="1" dirty="0">
                <a:solidFill>
                  <a:prstClr val="white"/>
                </a:solidFill>
                <a:latin typeface="Plantagenet Cherokee" panose="02020602070100000000" pitchFamily="18" charset="0"/>
              </a:rPr>
              <a:t>Solar Irradiance Prediction and Anomaly Detection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11E673-E109-85CA-0C22-D0241EE627B0}"/>
              </a:ext>
            </a:extLst>
          </p:cNvPr>
          <p:cNvSpPr txBox="1"/>
          <p:nvPr/>
        </p:nvSpPr>
        <p:spPr>
          <a:xfrm>
            <a:off x="10744200" y="6087933"/>
            <a:ext cx="662940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Plantagenet Cherokee" panose="02020602070100000000" pitchFamily="18" charset="0"/>
              </a:rPr>
              <a:t>Instructor</a:t>
            </a:r>
            <a:br>
              <a:rPr lang="en-US" sz="2000" b="1" dirty="0">
                <a:latin typeface="Plantagenet Cherokee" panose="02020602070100000000" pitchFamily="18" charset="0"/>
              </a:rPr>
            </a:br>
            <a:r>
              <a:rPr lang="en-US" sz="2000" b="1" dirty="0">
                <a:latin typeface="Plantagenet Cherokee" panose="02020602070100000000" pitchFamily="18" charset="0"/>
              </a:rPr>
              <a:t>Brennan </a:t>
            </a:r>
            <a:r>
              <a:rPr lang="en-US" sz="2000" b="1" dirty="0" err="1">
                <a:latin typeface="Plantagenet Cherokee" panose="02020602070100000000" pitchFamily="18" charset="0"/>
              </a:rPr>
              <a:t>Domec</a:t>
            </a:r>
            <a:r>
              <a:rPr lang="en-US" sz="2000" b="1" dirty="0">
                <a:latin typeface="Plantagenet Cherokee" panose="02020602070100000000" pitchFamily="18" charset="0"/>
              </a:rPr>
              <a:t>, Ph.D., P.E.</a:t>
            </a:r>
          </a:p>
          <a:p>
            <a:r>
              <a:rPr lang="en-US" sz="2000" b="1" dirty="0">
                <a:latin typeface="Plantagenet Cherokee" panose="02020602070100000000" pitchFamily="18" charset="0"/>
              </a:rPr>
              <a:t>Adjunct Professor</a:t>
            </a:r>
          </a:p>
          <a:p>
            <a:r>
              <a:rPr lang="en-US" sz="2000" b="1" dirty="0">
                <a:latin typeface="Plantagenet Cherokee" panose="02020602070100000000" pitchFamily="18" charset="0"/>
              </a:rPr>
              <a:t>Department of Mechanical Engineering</a:t>
            </a:r>
          </a:p>
          <a:p>
            <a:r>
              <a:rPr lang="en-US" sz="2000" b="1" dirty="0">
                <a:latin typeface="Plantagenet Cherokee" panose="02020602070100000000" pitchFamily="18" charset="0"/>
              </a:rPr>
              <a:t>University of Louisiana at Lafayette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2977CD-1AFF-810F-9E26-C5160161A065}"/>
              </a:ext>
            </a:extLst>
          </p:cNvPr>
          <p:cNvSpPr/>
          <p:nvPr/>
        </p:nvSpPr>
        <p:spPr>
          <a:xfrm>
            <a:off x="371475" y="8367225"/>
            <a:ext cx="17916525" cy="170894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3856414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E89AE2-75A6-AC54-9263-AF366CD8A6E2}"/>
              </a:ext>
            </a:extLst>
          </p:cNvPr>
          <p:cNvSpPr txBox="1"/>
          <p:nvPr/>
        </p:nvSpPr>
        <p:spPr>
          <a:xfrm>
            <a:off x="2177531" y="3144090"/>
            <a:ext cx="37452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1600">
              <a:defRPr/>
            </a:pPr>
            <a:r>
              <a:rPr lang="en-US" sz="4800" b="1" dirty="0">
                <a:solidFill>
                  <a:schemeClr val="bg1"/>
                </a:solidFill>
                <a:latin typeface="Plantagenet Cherokee" panose="02020602070100000000" pitchFamily="18" charset="0"/>
              </a:rPr>
              <a:t>Goal of the Project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79E971-4270-CA3C-EEBC-2C7DC09EE41C}"/>
              </a:ext>
            </a:extLst>
          </p:cNvPr>
          <p:cNvSpPr/>
          <p:nvPr/>
        </p:nvSpPr>
        <p:spPr>
          <a:xfrm>
            <a:off x="833686" y="6503994"/>
            <a:ext cx="5912093" cy="3783006"/>
          </a:xfrm>
          <a:prstGeom prst="rect">
            <a:avLst/>
          </a:prstGeom>
          <a:solidFill>
            <a:srgbClr val="CE18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1600">
              <a:defRPr/>
            </a:pPr>
            <a:endParaRPr lang="en-US" sz="270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5E8B103-95B0-555C-FEA3-DFA1239C5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3159481"/>
            <a:ext cx="9669780" cy="2600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7160" tIns="68580" rIns="137160" bIns="68580" numCol="1" anchor="ctr" anchorCtr="0" compatLnSpc="1">
            <a:prstTxWarp prst="textNoShape">
              <a:avLst/>
            </a:prstTxWarp>
            <a:spAutoFit/>
          </a:bodyPr>
          <a:lstStyle/>
          <a:p>
            <a:pPr indent="-428625" defTabSz="13716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  <a:defRPr/>
            </a:pPr>
            <a:r>
              <a:rPr lang="en-US" altLang="en-US" sz="3200" b="1" dirty="0">
                <a:latin typeface="Plantagenet Cherokee" panose="02020602070100000000" pitchFamily="18" charset="0"/>
              </a:rPr>
              <a:t>Predict solar irradiance (</a:t>
            </a:r>
            <a:r>
              <a:rPr lang="en-US" altLang="en-US" sz="3200" b="1" dirty="0" err="1">
                <a:latin typeface="Plantagenet Cherokee" panose="02020602070100000000" pitchFamily="18" charset="0"/>
              </a:rPr>
              <a:t>Global_Avg</a:t>
            </a:r>
            <a:r>
              <a:rPr lang="en-US" altLang="en-US" sz="3200" b="1" dirty="0">
                <a:latin typeface="Plantagenet Cherokee" panose="02020602070100000000" pitchFamily="18" charset="0"/>
              </a:rPr>
              <a:t>) from environmental features.</a:t>
            </a:r>
          </a:p>
          <a:p>
            <a:pPr defTabSz="13716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3200" b="1" dirty="0">
              <a:latin typeface="Plantagenet Cherokee" panose="02020602070100000000" pitchFamily="18" charset="0"/>
            </a:endParaRPr>
          </a:p>
          <a:p>
            <a:pPr indent="-428625" defTabSz="13716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  <a:defRPr/>
            </a:pPr>
            <a:r>
              <a:rPr lang="en-US" altLang="en-US" sz="3200" b="1" dirty="0">
                <a:latin typeface="Plantagenet Cherokee" panose="02020602070100000000" pitchFamily="18" charset="0"/>
              </a:rPr>
              <a:t>Detect anomalies to flag unusual or faulty sensor readings.</a:t>
            </a:r>
          </a:p>
        </p:txBody>
      </p:sp>
    </p:spTree>
    <p:extLst>
      <p:ext uri="{BB962C8B-B14F-4D97-AF65-F5344CB8AC3E}">
        <p14:creationId xmlns:p14="http://schemas.microsoft.com/office/powerpoint/2010/main" val="3844836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613551" y="329184"/>
            <a:ext cx="1317833" cy="1391501"/>
          </a:xfrm>
          <a:custGeom>
            <a:avLst/>
            <a:gdLst/>
            <a:ahLst/>
            <a:cxnLst/>
            <a:rect l="l" t="t" r="r" b="b"/>
            <a:pathLst>
              <a:path w="1317833" h="1391501">
                <a:moveTo>
                  <a:pt x="0" y="0"/>
                </a:moveTo>
                <a:lnTo>
                  <a:pt x="1317833" y="0"/>
                </a:lnTo>
                <a:lnTo>
                  <a:pt x="1317833" y="1391501"/>
                </a:lnTo>
                <a:lnTo>
                  <a:pt x="0" y="13915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0" y="6972300"/>
            <a:ext cx="18288000" cy="3605710"/>
          </a:xfrm>
          <a:custGeom>
            <a:avLst/>
            <a:gdLst/>
            <a:ahLst/>
            <a:cxnLst/>
            <a:rect l="l" t="t" r="r" b="b"/>
            <a:pathLst>
              <a:path w="7441007" h="10869023">
                <a:moveTo>
                  <a:pt x="0" y="0"/>
                </a:moveTo>
                <a:lnTo>
                  <a:pt x="7441007" y="0"/>
                </a:lnTo>
                <a:lnTo>
                  <a:pt x="7441007" y="10869023"/>
                </a:lnTo>
                <a:lnTo>
                  <a:pt x="0" y="108690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100" r="-19469"/>
            </a:stretch>
          </a:blipFill>
        </p:spPr>
        <p:txBody>
          <a:bodyPr/>
          <a:lstStyle/>
          <a:p>
            <a:endParaRPr lang="en-US" sz="3600" dirty="0"/>
          </a:p>
        </p:txBody>
      </p:sp>
      <p:pic>
        <p:nvPicPr>
          <p:cNvPr id="7" name="Picture Placeholder 9" descr="A solar panels on a field&#10;&#10;AI-generated content may be incorrect.">
            <a:extLst>
              <a:ext uri="{FF2B5EF4-FFF2-40B4-BE49-F238E27FC236}">
                <a16:creationId xmlns:a16="http://schemas.microsoft.com/office/drawing/2014/main" id="{B710EF34-4137-A4BA-15AB-5F9D7A0D924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88" b="12572"/>
          <a:stretch/>
        </p:blipFill>
        <p:spPr>
          <a:xfrm>
            <a:off x="4270552" y="1024934"/>
            <a:ext cx="10413991" cy="59473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E6D36F1-2DAB-FA05-CF75-907E059806BB}"/>
              </a:ext>
            </a:extLst>
          </p:cNvPr>
          <p:cNvSpPr txBox="1"/>
          <p:nvPr/>
        </p:nvSpPr>
        <p:spPr>
          <a:xfrm>
            <a:off x="1167384" y="7580182"/>
            <a:ext cx="31031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b="1" dirty="0">
                <a:solidFill>
                  <a:schemeClr val="bg1"/>
                </a:solidFill>
                <a:latin typeface="Plantagenet Cherokee" panose="02020602070100000000" pitchFamily="18" charset="0"/>
              </a:rPr>
              <a:t>Data Overview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30486B-83A2-20A5-55EA-DC29DDF274F3}"/>
              </a:ext>
            </a:extLst>
          </p:cNvPr>
          <p:cNvSpPr txBox="1"/>
          <p:nvPr/>
        </p:nvSpPr>
        <p:spPr>
          <a:xfrm>
            <a:off x="6390284" y="7429500"/>
            <a:ext cx="9777984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  <a:latin typeface="Plantagenet Cherokee" panose="02020602070100000000" pitchFamily="18" charset="0"/>
              </a:rPr>
              <a:t>12 months of dataset (2023)</a:t>
            </a:r>
          </a:p>
          <a:p>
            <a:pPr marL="457200" indent="-457200">
              <a:buFont typeface="Wingdings" panose="05000000000000000000" pitchFamily="2" charset="2"/>
              <a:buChar char="v"/>
              <a:defRPr/>
            </a:pPr>
            <a:r>
              <a:rPr lang="en-US" sz="3200" b="1" dirty="0">
                <a:solidFill>
                  <a:schemeClr val="bg1"/>
                </a:solidFill>
                <a:latin typeface="Plantagenet Cherokee" panose="02020602070100000000" pitchFamily="18" charset="0"/>
              </a:rPr>
              <a:t>Battery (min , </a:t>
            </a:r>
            <a:r>
              <a:rPr lang="en-US" sz="3200" b="1" dirty="0" err="1">
                <a:solidFill>
                  <a:schemeClr val="bg1"/>
                </a:solidFill>
                <a:latin typeface="Plantagenet Cherokee" panose="02020602070100000000" pitchFamily="18" charset="0"/>
              </a:rPr>
              <a:t>agv</a:t>
            </a:r>
            <a:r>
              <a:rPr lang="en-US" sz="3200" b="1" dirty="0">
                <a:solidFill>
                  <a:schemeClr val="bg1"/>
                </a:solidFill>
                <a:latin typeface="Plantagenet Cherokee" panose="02020602070100000000" pitchFamily="18" charset="0"/>
              </a:rPr>
              <a:t> voltage)</a:t>
            </a:r>
          </a:p>
          <a:p>
            <a:pPr marL="457200" indent="-457200">
              <a:buFont typeface="Wingdings" panose="05000000000000000000" pitchFamily="2" charset="2"/>
              <a:buChar char="v"/>
              <a:defRPr/>
            </a:pPr>
            <a:r>
              <a:rPr lang="en-US" sz="3200" b="1" dirty="0">
                <a:solidFill>
                  <a:schemeClr val="bg1"/>
                </a:solidFill>
                <a:latin typeface="Plantagenet Cherokee" panose="02020602070100000000" pitchFamily="18" charset="0"/>
              </a:rPr>
              <a:t>Temperature and Humidity</a:t>
            </a:r>
          </a:p>
          <a:p>
            <a:pPr marL="457200" indent="-457200">
              <a:buFont typeface="Wingdings" panose="05000000000000000000" pitchFamily="2" charset="2"/>
              <a:buChar char="v"/>
              <a:defRPr/>
            </a:pPr>
            <a:r>
              <a:rPr lang="en-US" sz="3200" b="1" dirty="0">
                <a:solidFill>
                  <a:schemeClr val="bg1"/>
                </a:solidFill>
                <a:latin typeface="Plantagenet Cherokee" panose="02020602070100000000" pitchFamily="18" charset="0"/>
              </a:rPr>
              <a:t>Rain and Wind speed</a:t>
            </a:r>
          </a:p>
          <a:p>
            <a:pPr marL="457200" indent="-457200">
              <a:buFont typeface="Wingdings" panose="05000000000000000000" pitchFamily="2" charset="2"/>
              <a:buChar char="v"/>
              <a:defRPr/>
            </a:pPr>
            <a:r>
              <a:rPr lang="en-US" sz="3200" b="1" dirty="0">
                <a:solidFill>
                  <a:schemeClr val="bg1"/>
                </a:solidFill>
                <a:latin typeface="Plantagenet Cherokee" panose="02020602070100000000" pitchFamily="18" charset="0"/>
              </a:rPr>
              <a:t>Solar Irradiance (Direct normal, global. diffused)</a:t>
            </a:r>
          </a:p>
          <a:p>
            <a:endParaRPr lang="en-US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">
            <a:extLst>
              <a:ext uri="{FF2B5EF4-FFF2-40B4-BE49-F238E27FC236}">
                <a16:creationId xmlns:a16="http://schemas.microsoft.com/office/drawing/2014/main" id="{559F6A01-B994-7EE5-C6C2-CD2297C2DB62}"/>
              </a:ext>
            </a:extLst>
          </p:cNvPr>
          <p:cNvSpPr/>
          <p:nvPr/>
        </p:nvSpPr>
        <p:spPr>
          <a:xfrm>
            <a:off x="6553200" y="-35052"/>
            <a:ext cx="3352800" cy="10401299"/>
          </a:xfrm>
          <a:custGeom>
            <a:avLst/>
            <a:gdLst/>
            <a:ahLst/>
            <a:cxnLst/>
            <a:rect l="l" t="t" r="r" b="b"/>
            <a:pathLst>
              <a:path w="18610188" h="4195131">
                <a:moveTo>
                  <a:pt x="0" y="0"/>
                </a:moveTo>
                <a:lnTo>
                  <a:pt x="18610188" y="0"/>
                </a:lnTo>
                <a:lnTo>
                  <a:pt x="18610188" y="4195131"/>
                </a:lnTo>
                <a:lnTo>
                  <a:pt x="0" y="41951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120" t="-300811" r="-15435" b="-141724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36D0A3-B292-7FB3-7CA2-1F4029698382}"/>
              </a:ext>
            </a:extLst>
          </p:cNvPr>
          <p:cNvSpPr txBox="1"/>
          <p:nvPr/>
        </p:nvSpPr>
        <p:spPr>
          <a:xfrm>
            <a:off x="829970" y="1028700"/>
            <a:ext cx="5494630" cy="8217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latin typeface="Plantagenet Cherokee" panose="02020602070100000000" pitchFamily="18" charset="0"/>
              </a:rPr>
              <a:t>Data </a:t>
            </a:r>
          </a:p>
          <a:p>
            <a:pPr algn="ctr"/>
            <a:r>
              <a:rPr lang="en-US" sz="4800" b="1" dirty="0">
                <a:latin typeface="Plantagenet Cherokee" panose="02020602070100000000" pitchFamily="18" charset="0"/>
              </a:rPr>
              <a:t>Processing</a:t>
            </a:r>
          </a:p>
          <a:p>
            <a:endParaRPr lang="en-US" sz="4800" b="1" dirty="0">
              <a:latin typeface="Plantagenet Cherokee" panose="0202060207010000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dirty="0">
                <a:latin typeface="Plantagenet Cherokee" panose="02020602070100000000" pitchFamily="18" charset="0"/>
              </a:rPr>
              <a:t>Timestamp conversion and 30-minute resampling.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dirty="0">
                <a:latin typeface="Plantagenet Cherokee" panose="02020602070100000000" pitchFamily="18" charset="0"/>
              </a:rPr>
              <a:t>Feature scaling using </a:t>
            </a:r>
            <a:r>
              <a:rPr lang="en-US" sz="3200" b="1" dirty="0" err="1">
                <a:latin typeface="Plantagenet Cherokee" panose="02020602070100000000" pitchFamily="18" charset="0"/>
              </a:rPr>
              <a:t>StandardScaler</a:t>
            </a:r>
            <a:r>
              <a:rPr lang="en-US" sz="3200" b="1" dirty="0">
                <a:latin typeface="Plantagenet Cherokee" panose="02020602070100000000" pitchFamily="18" charset="0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dirty="0">
                <a:latin typeface="Plantagenet Cherokee" panose="02020602070100000000" pitchFamily="18" charset="0"/>
              </a:rPr>
              <a:t>Removal of non-numeric/irrelevant columns(</a:t>
            </a:r>
            <a:r>
              <a:rPr lang="en-US" sz="3200" b="1" dirty="0" err="1">
                <a:latin typeface="Plantagenet Cherokee" panose="02020602070100000000" pitchFamily="18" charset="0"/>
              </a:rPr>
              <a:t>RecNum</a:t>
            </a:r>
            <a:r>
              <a:rPr lang="en-US" sz="3200" b="1" dirty="0">
                <a:latin typeface="Plantagenet Cherokee" panose="02020602070100000000" pitchFamily="18" charset="0"/>
              </a:rPr>
              <a:t>, </a:t>
            </a:r>
            <a:r>
              <a:rPr lang="en-US" sz="3200" b="1" dirty="0" err="1">
                <a:latin typeface="Plantagenet Cherokee" panose="02020602070100000000" pitchFamily="18" charset="0"/>
              </a:rPr>
              <a:t>WS_ms_TMx</a:t>
            </a:r>
            <a:r>
              <a:rPr lang="en-US" sz="3200" b="1" dirty="0">
                <a:latin typeface="Plantagenet Cherokee" panose="02020602070100000000" pitchFamily="18" charset="0"/>
              </a:rPr>
              <a:t>, </a:t>
            </a:r>
            <a:r>
              <a:rPr lang="en-US" sz="3200" b="1" dirty="0" err="1">
                <a:latin typeface="Plantagenet Cherokee" panose="02020602070100000000" pitchFamily="18" charset="0"/>
              </a:rPr>
              <a:t>POA_Avg</a:t>
            </a:r>
            <a:r>
              <a:rPr lang="en-US" sz="3200" b="1" dirty="0">
                <a:latin typeface="Plantagenet Cherokee" panose="02020602070100000000" pitchFamily="18" charset="0"/>
              </a:rPr>
              <a:t>).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dirty="0">
                <a:latin typeface="Plantagenet Cherokee" panose="02020602070100000000" pitchFamily="18" charset="0"/>
              </a:rPr>
              <a:t>Outlier detection (1052) and removal using Local Outlier Factor (LOF).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EFA56C8-EB11-FED2-2208-ADDD78DB53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1887" y="1943100"/>
            <a:ext cx="7987552" cy="617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9330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F3847F2-15C0-73EA-6540-C3FFE7192A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1219" y="1981200"/>
            <a:ext cx="8220823" cy="632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reeform 3">
            <a:extLst>
              <a:ext uri="{FF2B5EF4-FFF2-40B4-BE49-F238E27FC236}">
                <a16:creationId xmlns:a16="http://schemas.microsoft.com/office/drawing/2014/main" id="{559F6A01-B994-7EE5-C6C2-CD2297C2DB62}"/>
              </a:ext>
            </a:extLst>
          </p:cNvPr>
          <p:cNvSpPr/>
          <p:nvPr/>
        </p:nvSpPr>
        <p:spPr>
          <a:xfrm>
            <a:off x="6553200" y="-35052"/>
            <a:ext cx="3352800" cy="10401299"/>
          </a:xfrm>
          <a:custGeom>
            <a:avLst/>
            <a:gdLst/>
            <a:ahLst/>
            <a:cxnLst/>
            <a:rect l="l" t="t" r="r" b="b"/>
            <a:pathLst>
              <a:path w="18610188" h="4195131">
                <a:moveTo>
                  <a:pt x="0" y="0"/>
                </a:moveTo>
                <a:lnTo>
                  <a:pt x="18610188" y="0"/>
                </a:lnTo>
                <a:lnTo>
                  <a:pt x="18610188" y="4195131"/>
                </a:lnTo>
                <a:lnTo>
                  <a:pt x="0" y="41951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120" t="-300811" r="-15435" b="-141724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36D0A3-B292-7FB3-7CA2-1F4029698382}"/>
              </a:ext>
            </a:extLst>
          </p:cNvPr>
          <p:cNvSpPr txBox="1"/>
          <p:nvPr/>
        </p:nvSpPr>
        <p:spPr>
          <a:xfrm>
            <a:off x="829970" y="1028700"/>
            <a:ext cx="5494630" cy="7725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latin typeface="Plantagenet Cherokee" panose="02020602070100000000" pitchFamily="18" charset="0"/>
              </a:rPr>
              <a:t>Data </a:t>
            </a:r>
          </a:p>
          <a:p>
            <a:pPr algn="ctr"/>
            <a:r>
              <a:rPr lang="en-US" sz="4800" b="1" dirty="0">
                <a:latin typeface="Plantagenet Cherokee" panose="02020602070100000000" pitchFamily="18" charset="0"/>
              </a:rPr>
              <a:t>Processing</a:t>
            </a:r>
          </a:p>
          <a:p>
            <a:endParaRPr lang="en-US" sz="4800" b="1" dirty="0">
              <a:latin typeface="Plantagenet Cherokee" panose="0202060207010000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dirty="0">
                <a:latin typeface="Plantagenet Cherokee" panose="02020602070100000000" pitchFamily="18" charset="0"/>
              </a:rPr>
              <a:t>Timestamp conversion and 30-minute resampling.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dirty="0">
                <a:latin typeface="Plantagenet Cherokee" panose="02020602070100000000" pitchFamily="18" charset="0"/>
              </a:rPr>
              <a:t>Feature scaling using </a:t>
            </a:r>
            <a:r>
              <a:rPr lang="en-US" sz="3200" b="1" dirty="0" err="1">
                <a:latin typeface="Plantagenet Cherokee" panose="02020602070100000000" pitchFamily="18" charset="0"/>
              </a:rPr>
              <a:t>StandardScaler</a:t>
            </a:r>
            <a:r>
              <a:rPr lang="en-US" sz="3200" b="1" dirty="0">
                <a:latin typeface="Plantagenet Cherokee" panose="02020602070100000000" pitchFamily="18" charset="0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dirty="0">
                <a:latin typeface="Plantagenet Cherokee" panose="02020602070100000000" pitchFamily="18" charset="0"/>
              </a:rPr>
              <a:t>Removal of non-numeric/irrelevant columns.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dirty="0">
                <a:latin typeface="Plantagenet Cherokee" panose="02020602070100000000" pitchFamily="18" charset="0"/>
              </a:rPr>
              <a:t>Outlier detection (1052) and removal using Local Outlier Factor (LOF).</a:t>
            </a:r>
          </a:p>
        </p:txBody>
      </p:sp>
    </p:spTree>
    <p:extLst>
      <p:ext uri="{BB962C8B-B14F-4D97-AF65-F5344CB8AC3E}">
        <p14:creationId xmlns:p14="http://schemas.microsoft.com/office/powerpoint/2010/main" val="2271599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">
            <a:extLst>
              <a:ext uri="{FF2B5EF4-FFF2-40B4-BE49-F238E27FC236}">
                <a16:creationId xmlns:a16="http://schemas.microsoft.com/office/drawing/2014/main" id="{559F6A01-B994-7EE5-C6C2-CD2297C2DB62}"/>
              </a:ext>
            </a:extLst>
          </p:cNvPr>
          <p:cNvSpPr/>
          <p:nvPr/>
        </p:nvSpPr>
        <p:spPr>
          <a:xfrm>
            <a:off x="1123951" y="-28575"/>
            <a:ext cx="6267449" cy="10315575"/>
          </a:xfrm>
          <a:custGeom>
            <a:avLst/>
            <a:gdLst/>
            <a:ahLst/>
            <a:cxnLst/>
            <a:rect l="l" t="t" r="r" b="b"/>
            <a:pathLst>
              <a:path w="18610188" h="4195131">
                <a:moveTo>
                  <a:pt x="0" y="0"/>
                </a:moveTo>
                <a:lnTo>
                  <a:pt x="18610188" y="0"/>
                </a:lnTo>
                <a:lnTo>
                  <a:pt x="18610188" y="4195131"/>
                </a:lnTo>
                <a:lnTo>
                  <a:pt x="0" y="41951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120" t="-300811" r="-15435" b="-141724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280266-0A0F-8FF6-0D54-7A7543C278B2}"/>
              </a:ext>
            </a:extLst>
          </p:cNvPr>
          <p:cNvSpPr txBox="1"/>
          <p:nvPr/>
        </p:nvSpPr>
        <p:spPr>
          <a:xfrm>
            <a:off x="1981200" y="1409700"/>
            <a:ext cx="397192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Plantagenet Cherokee" panose="02020602070100000000" pitchFamily="18" charset="0"/>
              </a:rPr>
              <a:t>Model Construction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DAB5D73-A30C-F149-5380-79D346F9B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064155"/>
            <a:ext cx="55626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b="1" dirty="0">
                <a:solidFill>
                  <a:schemeClr val="bg1"/>
                </a:solidFill>
                <a:latin typeface="Plantagenet Cherokee" panose="02020602070100000000" pitchFamily="18" charset="0"/>
              </a:rPr>
              <a:t>Built four regression models:</a:t>
            </a:r>
          </a:p>
          <a:p>
            <a:pPr marR="0" lvl="0" indent="-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sz="3200" b="1" dirty="0">
                <a:solidFill>
                  <a:schemeClr val="bg1"/>
                </a:solidFill>
                <a:latin typeface="Plantagenet Cherokee" panose="02020602070100000000" pitchFamily="18" charset="0"/>
              </a:rPr>
              <a:t>Linear Regression</a:t>
            </a:r>
          </a:p>
          <a:p>
            <a:pPr marR="0" lvl="0" indent="-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sz="3200" b="1" dirty="0">
                <a:solidFill>
                  <a:schemeClr val="bg1"/>
                </a:solidFill>
                <a:latin typeface="Plantagenet Cherokee" panose="02020602070100000000" pitchFamily="18" charset="0"/>
              </a:rPr>
              <a:t>Decision Tree Regressor</a:t>
            </a:r>
          </a:p>
          <a:p>
            <a:pPr marR="0" lvl="0" indent="-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sz="3200" b="1" dirty="0">
                <a:solidFill>
                  <a:schemeClr val="bg1"/>
                </a:solidFill>
                <a:latin typeface="Plantagenet Cherokee" panose="02020602070100000000" pitchFamily="18" charset="0"/>
              </a:rPr>
              <a:t>Random Forest Regressor</a:t>
            </a:r>
          </a:p>
          <a:p>
            <a:pPr marR="0" lvl="0" indent="-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sz="3200" b="1" dirty="0">
                <a:solidFill>
                  <a:schemeClr val="bg1"/>
                </a:solidFill>
                <a:latin typeface="Plantagenet Cherokee" panose="02020602070100000000" pitchFamily="18" charset="0"/>
              </a:rPr>
              <a:t>Gradient Boosting Regressor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7916B5F-6DAC-37D7-698C-8C8292B38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2093" y="735904"/>
            <a:ext cx="5257800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B24B8A4-FADD-FC3A-B295-B1CE8D2EB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1709" y="723900"/>
            <a:ext cx="5229225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39543E7E-8FE1-B58E-4159-C2E83771E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1708" y="5296497"/>
            <a:ext cx="5229225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99B4F778-0E56-24E2-F599-5C549A5B2B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0668" y="5320505"/>
            <a:ext cx="5229225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D361E2C-1713-5BEE-860D-D1FBFB98CCD4}"/>
              </a:ext>
            </a:extLst>
          </p:cNvPr>
          <p:cNvSpPr txBox="1"/>
          <p:nvPr/>
        </p:nvSpPr>
        <p:spPr>
          <a:xfrm>
            <a:off x="8238212" y="4339970"/>
            <a:ext cx="4198697" cy="647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R² Score: 0.9794 MAE : 25.82 RMSE : 40.69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81E7E0-34CA-F88D-346F-440FC6A6D1F8}"/>
              </a:ext>
            </a:extLst>
          </p:cNvPr>
          <p:cNvSpPr txBox="1"/>
          <p:nvPr/>
        </p:nvSpPr>
        <p:spPr>
          <a:xfrm>
            <a:off x="13779933" y="4341563"/>
            <a:ext cx="40072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R² Score: 0.9927 MAE : 8.80 RMSE : 24.23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391A80-F100-A6EA-C075-154E12B10D48}"/>
              </a:ext>
            </a:extLst>
          </p:cNvPr>
          <p:cNvSpPr txBox="1"/>
          <p:nvPr/>
        </p:nvSpPr>
        <p:spPr>
          <a:xfrm>
            <a:off x="8575240" y="9033484"/>
            <a:ext cx="4017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R² Score: 0.9970 MAE : 6.24 RMSE : 15.64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FC0491-66C1-96C3-C943-E563E26F7BB2}"/>
              </a:ext>
            </a:extLst>
          </p:cNvPr>
          <p:cNvSpPr txBox="1"/>
          <p:nvPr/>
        </p:nvSpPr>
        <p:spPr>
          <a:xfrm>
            <a:off x="13538416" y="8916769"/>
            <a:ext cx="41986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R² Score: 0.9920 MAE : 12.91 RMSE : 25.38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">
            <a:extLst>
              <a:ext uri="{FF2B5EF4-FFF2-40B4-BE49-F238E27FC236}">
                <a16:creationId xmlns:a16="http://schemas.microsoft.com/office/drawing/2014/main" id="{03E335C8-90C8-286A-6C90-79C5A4B28BF5}"/>
              </a:ext>
            </a:extLst>
          </p:cNvPr>
          <p:cNvSpPr/>
          <p:nvPr/>
        </p:nvSpPr>
        <p:spPr>
          <a:xfrm>
            <a:off x="7239000" y="1"/>
            <a:ext cx="3352800" cy="10287000"/>
          </a:xfrm>
          <a:custGeom>
            <a:avLst/>
            <a:gdLst/>
            <a:ahLst/>
            <a:cxnLst/>
            <a:rect l="l" t="t" r="r" b="b"/>
            <a:pathLst>
              <a:path w="18610188" h="4195131">
                <a:moveTo>
                  <a:pt x="0" y="0"/>
                </a:moveTo>
                <a:lnTo>
                  <a:pt x="18610188" y="0"/>
                </a:lnTo>
                <a:lnTo>
                  <a:pt x="18610188" y="4195131"/>
                </a:lnTo>
                <a:lnTo>
                  <a:pt x="0" y="41951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120" t="-300811" r="-15435" b="-141724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AD39D4-EC15-8092-19FD-C8DE789EAD99}"/>
              </a:ext>
            </a:extLst>
          </p:cNvPr>
          <p:cNvSpPr/>
          <p:nvPr/>
        </p:nvSpPr>
        <p:spPr>
          <a:xfrm>
            <a:off x="-228600" y="0"/>
            <a:ext cx="7467600" cy="10477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  <a:latin typeface="Plantagenet Cherokee" panose="02020602070100000000" pitchFamily="18" charset="0"/>
              </a:rPr>
              <a:t>Validation &amp; Cross-Validation</a:t>
            </a:r>
          </a:p>
          <a:p>
            <a:pPr algn="ctr"/>
            <a:endParaRPr lang="en-US" sz="3600" dirty="0">
              <a:solidFill>
                <a:schemeClr val="tx1"/>
              </a:solidFill>
            </a:endParaRPr>
          </a:p>
          <a:p>
            <a:pPr algn="ctr"/>
            <a:endParaRPr lang="en-US" sz="3600" dirty="0">
              <a:solidFill>
                <a:schemeClr val="tx1"/>
              </a:solidFill>
            </a:endParaRPr>
          </a:p>
          <a:p>
            <a:pPr algn="ctr"/>
            <a:endParaRPr lang="en-US" sz="3600" dirty="0">
              <a:solidFill>
                <a:schemeClr val="tx1"/>
              </a:solidFill>
            </a:endParaRPr>
          </a:p>
          <a:p>
            <a:pPr algn="ctr"/>
            <a:endParaRPr lang="en-US" sz="3600" dirty="0">
              <a:solidFill>
                <a:schemeClr val="tx1"/>
              </a:solidFill>
            </a:endParaRPr>
          </a:p>
          <a:p>
            <a:pPr algn="ctr"/>
            <a:endParaRPr lang="en-US" sz="3600" dirty="0">
              <a:solidFill>
                <a:schemeClr val="tx1"/>
              </a:solidFill>
            </a:endParaRPr>
          </a:p>
          <a:p>
            <a:pPr algn="ctr"/>
            <a:endParaRPr lang="en-US" sz="3600" dirty="0">
              <a:solidFill>
                <a:schemeClr val="tx1"/>
              </a:solidFill>
            </a:endParaRPr>
          </a:p>
          <a:p>
            <a:pPr algn="ctr"/>
            <a:endParaRPr lang="en-US" sz="3600" dirty="0">
              <a:solidFill>
                <a:schemeClr val="tx1"/>
              </a:solidFill>
            </a:endParaRPr>
          </a:p>
          <a:p>
            <a:pPr algn="ctr"/>
            <a:endParaRPr lang="en-US" sz="3600" dirty="0">
              <a:solidFill>
                <a:schemeClr val="tx1"/>
              </a:solidFill>
            </a:endParaRPr>
          </a:p>
          <a:p>
            <a:pPr algn="ctr"/>
            <a:endParaRPr lang="en-US" sz="3600" dirty="0">
              <a:solidFill>
                <a:schemeClr val="tx1"/>
              </a:solidFill>
            </a:endParaRPr>
          </a:p>
          <a:p>
            <a:pPr algn="ctr"/>
            <a:endParaRPr lang="en-US" sz="3600" dirty="0">
              <a:solidFill>
                <a:schemeClr val="tx1"/>
              </a:solidFill>
            </a:endParaRPr>
          </a:p>
          <a:p>
            <a:pPr algn="ctr"/>
            <a:endParaRPr lang="en-US" sz="3600" dirty="0">
              <a:solidFill>
                <a:schemeClr val="tx1"/>
              </a:solidFill>
            </a:endParaRPr>
          </a:p>
          <a:p>
            <a:pPr algn="ctr"/>
            <a:endParaRPr lang="en-US" sz="3600" dirty="0">
              <a:solidFill>
                <a:schemeClr val="tx1"/>
              </a:solidFill>
            </a:endParaRPr>
          </a:p>
          <a:p>
            <a:pPr algn="ctr"/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F070F2-F379-EAC9-8F8E-B0C64CBD362D}"/>
              </a:ext>
            </a:extLst>
          </p:cNvPr>
          <p:cNvSpPr txBox="1"/>
          <p:nvPr/>
        </p:nvSpPr>
        <p:spPr>
          <a:xfrm>
            <a:off x="11963400" y="647700"/>
            <a:ext cx="48006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latin typeface="Plantagenet Cherokee" panose="02020602070100000000" pitchFamily="18" charset="0"/>
              </a:rPr>
              <a:t>Hyperparameter Tuning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678C671D-5658-7B03-12DF-EE7EC2CE0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2024" y="2994471"/>
            <a:ext cx="662940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Plantagenet Cherokee" panose="02020602070100000000" pitchFamily="18" charset="0"/>
              </a:rPr>
              <a:t>Model Tuned: Random Forest Regressor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Plantagenet Cherokee" panose="02020602070100000000" pitchFamily="18" charset="0"/>
              </a:rPr>
              <a:t>Tuning Approach: </a:t>
            </a:r>
            <a:r>
              <a:rPr lang="en-US" altLang="en-US" sz="3200" dirty="0" err="1">
                <a:latin typeface="Plantagenet Cherokee" panose="02020602070100000000" pitchFamily="18" charset="0"/>
              </a:rPr>
              <a:t>RandomizedSearchCV</a:t>
            </a:r>
            <a:r>
              <a:rPr lang="en-US" altLang="en-US" sz="3200" dirty="0">
                <a:latin typeface="Plantagenet Cherokee" panose="02020602070100000000" pitchFamily="18" charset="0"/>
              </a:rPr>
              <a:t> (20 random parameter combinations)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22388EBE-62EA-5084-65D7-0EF786CA08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3400" y="5553730"/>
            <a:ext cx="54102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Plantagenet Cherokee" panose="02020602070100000000" pitchFamily="18" charset="0"/>
              </a:rPr>
              <a:t>Best Parameters Found: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sz="2400" dirty="0" err="1">
                <a:latin typeface="Plantagenet Cherokee" panose="02020602070100000000" pitchFamily="18" charset="0"/>
              </a:rPr>
              <a:t>max_depth</a:t>
            </a:r>
            <a:r>
              <a:rPr lang="en-US" altLang="en-US" sz="2400" dirty="0">
                <a:latin typeface="Plantagenet Cherokee" panose="02020602070100000000" pitchFamily="18" charset="0"/>
              </a:rPr>
              <a:t> = 20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sz="2400" dirty="0" err="1">
                <a:latin typeface="Plantagenet Cherokee" panose="02020602070100000000" pitchFamily="18" charset="0"/>
              </a:rPr>
              <a:t>max_features</a:t>
            </a:r>
            <a:r>
              <a:rPr lang="en-US" altLang="en-US" sz="2400" dirty="0">
                <a:latin typeface="Plantagenet Cherokee" panose="02020602070100000000" pitchFamily="18" charset="0"/>
              </a:rPr>
              <a:t> = 'sqrt'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sz="2400" dirty="0" err="1">
                <a:latin typeface="Plantagenet Cherokee" panose="02020602070100000000" pitchFamily="18" charset="0"/>
              </a:rPr>
              <a:t>min_samples_leaf</a:t>
            </a:r>
            <a:r>
              <a:rPr lang="en-US" altLang="en-US" sz="2400" dirty="0">
                <a:latin typeface="Plantagenet Cherokee" panose="02020602070100000000" pitchFamily="18" charset="0"/>
              </a:rPr>
              <a:t> = 1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sz="2400" dirty="0" err="1">
                <a:latin typeface="Plantagenet Cherokee" panose="02020602070100000000" pitchFamily="18" charset="0"/>
              </a:rPr>
              <a:t>min_samples_split</a:t>
            </a:r>
            <a:r>
              <a:rPr lang="en-US" altLang="en-US" sz="2400" dirty="0">
                <a:latin typeface="Plantagenet Cherokee" panose="02020602070100000000" pitchFamily="18" charset="0"/>
              </a:rPr>
              <a:t> = 2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sz="2400" dirty="0" err="1">
                <a:latin typeface="Plantagenet Cherokee" panose="02020602070100000000" pitchFamily="18" charset="0"/>
              </a:rPr>
              <a:t>n_estimators</a:t>
            </a:r>
            <a:r>
              <a:rPr lang="en-US" altLang="en-US" sz="2400" dirty="0">
                <a:latin typeface="Plantagenet Cherokee" panose="02020602070100000000" pitchFamily="18" charset="0"/>
              </a:rPr>
              <a:t> = 107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dirty="0">
              <a:latin typeface="Plantagenet Cherokee" panose="02020602070100000000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Plantagenet Cherokee" panose="02020602070100000000" pitchFamily="18" charset="0"/>
              </a:rPr>
              <a:t>Best Cross-Validation R² Score: 0.9962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A1F8BEA-E2E9-F767-06FD-6F8A31D9C4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88530"/>
              </p:ext>
            </p:extLst>
          </p:nvPr>
        </p:nvGraphicFramePr>
        <p:xfrm>
          <a:off x="533400" y="6438900"/>
          <a:ext cx="6324600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1816942085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934691519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3983150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antagenet Cherokee" panose="02020602070100000000" pitchFamily="18" charset="0"/>
                          <a:ea typeface="+mn-ea"/>
                          <a:cs typeface="+mn-cs"/>
                        </a:rPr>
                        <a:t>Metric</a:t>
                      </a:r>
                    </a:p>
                  </a:txBody>
                  <a:tcPr>
                    <a:solidFill>
                      <a:srgbClr val="F05A5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antagenet Cherokee" panose="02020602070100000000" pitchFamily="18" charset="0"/>
                          <a:ea typeface="+mn-ea"/>
                          <a:cs typeface="+mn-cs"/>
                        </a:rPr>
                        <a:t>Test Set</a:t>
                      </a:r>
                    </a:p>
                  </a:txBody>
                  <a:tcPr>
                    <a:solidFill>
                      <a:srgbClr val="F05A5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antagenet Cherokee" panose="02020602070100000000" pitchFamily="18" charset="0"/>
                          <a:ea typeface="+mn-ea"/>
                          <a:cs typeface="+mn-cs"/>
                        </a:rPr>
                        <a:t>Cross-validation</a:t>
                      </a:r>
                    </a:p>
                  </a:txBody>
                  <a:tcPr>
                    <a:solidFill>
                      <a:srgbClr val="F05A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2751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antagenet Cherokee" panose="02020602070100000000" pitchFamily="18" charset="0"/>
                          <a:ea typeface="+mn-ea"/>
                          <a:cs typeface="+mn-cs"/>
                        </a:rPr>
                        <a:t>R² Score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antagenet Cherokee" panose="02020602070100000000" pitchFamily="18" charset="0"/>
                          <a:ea typeface="+mn-ea"/>
                          <a:cs typeface="+mn-cs"/>
                        </a:rPr>
                        <a:t>0.9970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antagenet Cherokee" panose="02020602070100000000" pitchFamily="18" charset="0"/>
                          <a:ea typeface="+mn-ea"/>
                          <a:cs typeface="+mn-cs"/>
                        </a:rPr>
                        <a:t>0.9966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2126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antagenet Cherokee" panose="02020602070100000000" pitchFamily="18" charset="0"/>
                          <a:ea typeface="+mn-ea"/>
                          <a:cs typeface="+mn-cs"/>
                        </a:rP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antagenet Cherokee" panose="02020602070100000000" pitchFamily="18" charset="0"/>
                          <a:ea typeface="+mn-ea"/>
                          <a:cs typeface="+mn-cs"/>
                        </a:rPr>
                        <a:t>6.24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3961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antagenet Cherokee" panose="02020602070100000000" pitchFamily="18" charset="0"/>
                          <a:ea typeface="+mn-ea"/>
                          <a:cs typeface="+mn-cs"/>
                        </a:rP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antagenet Cherokee" panose="02020602070100000000" pitchFamily="18" charset="0"/>
                          <a:ea typeface="+mn-ea"/>
                          <a:cs typeface="+mn-cs"/>
                        </a:rPr>
                        <a:t>15.64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36686"/>
                  </a:ext>
                </a:extLst>
              </a:tr>
            </a:tbl>
          </a:graphicData>
        </a:graphic>
      </p:graphicFrame>
      <p:sp>
        <p:nvSpPr>
          <p:cNvPr id="12" name="Rectangle 3">
            <a:extLst>
              <a:ext uri="{FF2B5EF4-FFF2-40B4-BE49-F238E27FC236}">
                <a16:creationId xmlns:a16="http://schemas.microsoft.com/office/drawing/2014/main" id="{ED5234BC-750C-611C-2AD5-3434F13E914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524000" y="3467100"/>
            <a:ext cx="510540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sz="3200" dirty="0">
                <a:latin typeface="Plantagenet Cherokee" panose="02020602070100000000" pitchFamily="18" charset="0"/>
              </a:rPr>
              <a:t>R² Score: 0.9970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sz="3200" dirty="0">
                <a:latin typeface="Plantagenet Cherokee" panose="02020602070100000000" pitchFamily="18" charset="0"/>
              </a:rPr>
              <a:t>MAE: 6.24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sz="3200" dirty="0">
                <a:latin typeface="Plantagenet Cherokee" panose="02020602070100000000" pitchFamily="18" charset="0"/>
              </a:rPr>
              <a:t>RMSE: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sz="3200" dirty="0">
                <a:latin typeface="Plantagenet Cherokee" panose="02020602070100000000" pitchFamily="18" charset="0"/>
              </a:rPr>
              <a:t>5-Fold Cross-Validation</a:t>
            </a:r>
            <a:endParaRPr lang="en-US" altLang="en-US" sz="3200" dirty="0">
              <a:latin typeface="Plantagenet Cherokee" panose="0202060207010000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8858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E89AE2-75A6-AC54-9263-AF366CD8A6E2}"/>
              </a:ext>
            </a:extLst>
          </p:cNvPr>
          <p:cNvSpPr txBox="1"/>
          <p:nvPr/>
        </p:nvSpPr>
        <p:spPr>
          <a:xfrm>
            <a:off x="2177531" y="3144090"/>
            <a:ext cx="42232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1600">
              <a:defRPr/>
            </a:pPr>
            <a:r>
              <a:rPr lang="en-US" sz="4800" b="1" dirty="0">
                <a:solidFill>
                  <a:schemeClr val="bg1"/>
                </a:solidFill>
                <a:latin typeface="Plantagenet Cherokee" panose="02020602070100000000" pitchFamily="18" charset="0"/>
              </a:rPr>
              <a:t>Results and Interpretations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79E971-4270-CA3C-EEBC-2C7DC09EE41C}"/>
              </a:ext>
            </a:extLst>
          </p:cNvPr>
          <p:cNvSpPr/>
          <p:nvPr/>
        </p:nvSpPr>
        <p:spPr>
          <a:xfrm>
            <a:off x="833686" y="6503994"/>
            <a:ext cx="5912093" cy="3783006"/>
          </a:xfrm>
          <a:prstGeom prst="rect">
            <a:avLst/>
          </a:prstGeom>
          <a:solidFill>
            <a:srgbClr val="CE18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1600">
              <a:defRPr/>
            </a:pPr>
            <a:endParaRPr lang="en-US" sz="270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A8D94BC-B40D-12D1-F314-A40860B86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7400" y="5829300"/>
            <a:ext cx="76200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sz="3200" dirty="0">
                <a:latin typeface="Plantagenet Cherokee" panose="02020602070100000000" pitchFamily="18" charset="0"/>
              </a:rPr>
              <a:t>High prediction accuracy after cleaning and tuning.</a:t>
            </a: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sz="3200" dirty="0">
                <a:latin typeface="Plantagenet Cherokee" panose="02020602070100000000" pitchFamily="18" charset="0"/>
              </a:rPr>
              <a:t>Anomaly removal improved model stability.</a:t>
            </a: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sz="3200" dirty="0">
                <a:latin typeface="Plantagenet Cherokee" panose="02020602070100000000" pitchFamily="18" charset="0"/>
              </a:rPr>
              <a:t>Random Forest was the best overall model.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ACA1EDA-B2E1-0F65-DE21-CBAA3C37C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9400" y="1383411"/>
            <a:ext cx="5229225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6865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F8115-0B7B-6F13-59C3-D58B6B29B5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1257300"/>
            <a:ext cx="7772400" cy="1470025"/>
          </a:xfrm>
        </p:spPr>
        <p:txBody>
          <a:bodyPr/>
          <a:lstStyle/>
          <a:p>
            <a:r>
              <a:rPr lang="en-US" sz="4800" b="1" dirty="0">
                <a:latin typeface="Plantagenet Cherokee" panose="02020602070100000000" pitchFamily="18" charset="0"/>
                <a:ea typeface="+mn-ea"/>
                <a:cs typeface="+mn-cs"/>
              </a:rPr>
              <a:t>Conclusion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02FC6DCA-E916-7663-F54E-95AE0985E4A7}"/>
              </a:ext>
            </a:extLst>
          </p:cNvPr>
          <p:cNvSpPr/>
          <p:nvPr/>
        </p:nvSpPr>
        <p:spPr>
          <a:xfrm>
            <a:off x="0" y="3695700"/>
            <a:ext cx="18307050" cy="6591300"/>
          </a:xfrm>
          <a:custGeom>
            <a:avLst/>
            <a:gdLst/>
            <a:ahLst/>
            <a:cxnLst/>
            <a:rect l="l" t="t" r="r" b="b"/>
            <a:pathLst>
              <a:path w="18610188" h="4195131">
                <a:moveTo>
                  <a:pt x="0" y="0"/>
                </a:moveTo>
                <a:lnTo>
                  <a:pt x="18610188" y="0"/>
                </a:lnTo>
                <a:lnTo>
                  <a:pt x="18610188" y="4195131"/>
                </a:lnTo>
                <a:lnTo>
                  <a:pt x="0" y="41951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120" t="-300811" r="-15435" b="-141724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0E5A03-CE36-EC83-5B7F-C986E458364D}"/>
              </a:ext>
            </a:extLst>
          </p:cNvPr>
          <p:cNvSpPr txBox="1"/>
          <p:nvPr/>
        </p:nvSpPr>
        <p:spPr>
          <a:xfrm>
            <a:off x="3733800" y="4152900"/>
            <a:ext cx="10134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chemeClr val="bg1"/>
                </a:solidFill>
                <a:latin typeface="Plantagenet Cherokee" panose="02020602070100000000" pitchFamily="18" charset="0"/>
              </a:rPr>
              <a:t>Clean and prepared the data successfully.</a:t>
            </a:r>
          </a:p>
          <a:p>
            <a:pPr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chemeClr val="bg1"/>
                </a:solidFill>
                <a:latin typeface="Plantagenet Cherokee" panose="02020602070100000000" pitchFamily="18" charset="0"/>
              </a:rPr>
              <a:t>Detected and removed anomalies using LOF.</a:t>
            </a:r>
          </a:p>
          <a:p>
            <a:pPr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chemeClr val="bg1"/>
                </a:solidFill>
                <a:latin typeface="Plantagenet Cherokee" panose="02020602070100000000" pitchFamily="18" charset="0"/>
              </a:rPr>
              <a:t>Build, compared and achieved the best model.</a:t>
            </a:r>
          </a:p>
          <a:p>
            <a:pPr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chemeClr val="bg1"/>
                </a:solidFill>
                <a:latin typeface="Plantagenet Cherokee" panose="02020602070100000000" pitchFamily="18" charset="0"/>
              </a:rPr>
              <a:t>Highly accurate prediction.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3200" b="1" dirty="0">
              <a:solidFill>
                <a:schemeClr val="bg1"/>
              </a:solidFill>
              <a:latin typeface="Plantagenet Cherokee" panose="02020602070100000000" pitchFamily="18" charset="0"/>
            </a:endParaRPr>
          </a:p>
          <a:p>
            <a:pPr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chemeClr val="bg1"/>
                </a:solidFill>
                <a:latin typeface="Plantagenet Cherokee" panose="02020602070100000000" pitchFamily="18" charset="0"/>
              </a:rPr>
              <a:t>Other anomaly detection techniques could be tried, like Isolation Forest.</a:t>
            </a:r>
          </a:p>
          <a:p>
            <a:pPr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chemeClr val="bg1"/>
                </a:solidFill>
                <a:latin typeface="Plantagenet Cherokee" panose="02020602070100000000" pitchFamily="18" charset="0"/>
              </a:rPr>
              <a:t> Incorporating a larger and more diverse dataset could enhance the performance.</a:t>
            </a:r>
          </a:p>
        </p:txBody>
      </p:sp>
    </p:spTree>
    <p:extLst>
      <p:ext uri="{BB962C8B-B14F-4D97-AF65-F5344CB8AC3E}">
        <p14:creationId xmlns:p14="http://schemas.microsoft.com/office/powerpoint/2010/main" val="906658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6898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</TotalTime>
  <Words>408</Words>
  <Application>Microsoft Office PowerPoint</Application>
  <PresentationFormat>Custom</PresentationFormat>
  <Paragraphs>90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Courier New</vt:lpstr>
      <vt:lpstr>Arial</vt:lpstr>
      <vt:lpstr>Calibri</vt:lpstr>
      <vt:lpstr>Aptos</vt:lpstr>
      <vt:lpstr>Plantagenet Cherokee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paragraph text</dc:title>
  <cp:lastModifiedBy>Jui Roy</cp:lastModifiedBy>
  <cp:revision>3</cp:revision>
  <dcterms:created xsi:type="dcterms:W3CDTF">2006-08-16T00:00:00Z</dcterms:created>
  <dcterms:modified xsi:type="dcterms:W3CDTF">2025-04-29T04:26:42Z</dcterms:modified>
  <dc:identifier>DAGkKiubSTk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38202f9-8d41-4950-b014-f183e397b746_Enabled">
    <vt:lpwstr>true</vt:lpwstr>
  </property>
  <property fmtid="{D5CDD505-2E9C-101B-9397-08002B2CF9AE}" pid="3" name="MSIP_Label_638202f9-8d41-4950-b014-f183e397b746_SetDate">
    <vt:lpwstr>2025-04-28T06:06:56Z</vt:lpwstr>
  </property>
  <property fmtid="{D5CDD505-2E9C-101B-9397-08002B2CF9AE}" pid="4" name="MSIP_Label_638202f9-8d41-4950-b014-f183e397b746_Method">
    <vt:lpwstr>Standard</vt:lpwstr>
  </property>
  <property fmtid="{D5CDD505-2E9C-101B-9397-08002B2CF9AE}" pid="5" name="MSIP_Label_638202f9-8d41-4950-b014-f183e397b746_Name">
    <vt:lpwstr>defa4170-0d19-0005-0004-bc88714345d2</vt:lpwstr>
  </property>
  <property fmtid="{D5CDD505-2E9C-101B-9397-08002B2CF9AE}" pid="6" name="MSIP_Label_638202f9-8d41-4950-b014-f183e397b746_SiteId">
    <vt:lpwstr>13b3b0ce-cd75-49a4-bfea-0a03b01ff1ab</vt:lpwstr>
  </property>
  <property fmtid="{D5CDD505-2E9C-101B-9397-08002B2CF9AE}" pid="7" name="MSIP_Label_638202f9-8d41-4950-b014-f183e397b746_ActionId">
    <vt:lpwstr>30363702-3f5a-4c87-9c78-b73a6e4fbff5</vt:lpwstr>
  </property>
  <property fmtid="{D5CDD505-2E9C-101B-9397-08002B2CF9AE}" pid="8" name="MSIP_Label_638202f9-8d41-4950-b014-f183e397b746_ContentBits">
    <vt:lpwstr>0</vt:lpwstr>
  </property>
</Properties>
</file>